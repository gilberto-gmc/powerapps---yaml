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ink/ink1.xml" ContentType="application/inkml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76" r:id="rId4"/>
  </p:sldMasterIdLst>
  <p:notesMasterIdLst>
    <p:notesMasterId r:id="rId25"/>
  </p:notesMasterIdLst>
  <p:sldIdLst>
    <p:sldId id="366" r:id="rId5"/>
    <p:sldId id="365" r:id="rId6"/>
    <p:sldId id="355" r:id="rId7"/>
    <p:sldId id="368" r:id="rId8"/>
    <p:sldId id="371" r:id="rId9"/>
    <p:sldId id="386" r:id="rId10"/>
    <p:sldId id="387" r:id="rId11"/>
    <p:sldId id="395" r:id="rId12"/>
    <p:sldId id="406" r:id="rId13"/>
    <p:sldId id="393" r:id="rId14"/>
    <p:sldId id="394" r:id="rId15"/>
    <p:sldId id="424" r:id="rId16"/>
    <p:sldId id="425" r:id="rId17"/>
    <p:sldId id="426" r:id="rId18"/>
    <p:sldId id="427" r:id="rId19"/>
    <p:sldId id="415" r:id="rId20"/>
    <p:sldId id="418" r:id="rId21"/>
    <p:sldId id="437" r:id="rId22"/>
    <p:sldId id="438" r:id="rId23"/>
    <p:sldId id="43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87FA507B-E2BA-2541-A45C-3C2F8E94A262}">
          <p14:sldIdLst>
            <p14:sldId id="366"/>
            <p14:sldId id="365"/>
            <p14:sldId id="355"/>
            <p14:sldId id="368"/>
          </p14:sldIdLst>
        </p14:section>
        <p14:section name="Agenda" id="{B28746BB-72D8-C143-A480-FAC0211EAECF}">
          <p14:sldIdLst>
            <p14:sldId id="371"/>
          </p14:sldIdLst>
        </p14:section>
        <p14:section name="Textos" id="{21817486-DEB9-854B-BA5E-EB37FC87B7B5}">
          <p14:sldIdLst>
            <p14:sldId id="386"/>
            <p14:sldId id="387"/>
          </p14:sldIdLst>
        </p14:section>
        <p14:section name="Texto + Imagem" id="{1DE579A5-1456-D94B-A0F1-E386340151E7}">
          <p14:sldIdLst>
            <p14:sldId id="395"/>
            <p14:sldId id="406"/>
          </p14:sldIdLst>
        </p14:section>
        <p14:section name="Tabela e Gráficos" id="{9C007799-0CB2-3545-BCA0-06AECD9AECB5}">
          <p14:sldIdLst>
            <p14:sldId id="393"/>
            <p14:sldId id="394"/>
          </p14:sldIdLst>
        </p14:section>
        <p14:section name="Big Number" id="{13A0208B-697E-3F43-9087-C0F5C2B42FE9}">
          <p14:sldIdLst>
            <p14:sldId id="424"/>
            <p14:sldId id="425"/>
            <p14:sldId id="426"/>
            <p14:sldId id="427"/>
          </p14:sldIdLst>
        </p14:section>
        <p14:section name="Citação" id="{F7CAB993-BB06-DF45-82DC-23D11E9C87FA}">
          <p14:sldIdLst>
            <p14:sldId id="415"/>
            <p14:sldId id="418"/>
          </p14:sldIdLst>
        </p14:section>
        <p14:section name="Fechamento" id="{3E390FE9-3E72-3044-9331-7E6171DE3C5A}">
          <p14:sldIdLst>
            <p14:sldId id="437"/>
            <p14:sldId id="438"/>
            <p14:sldId id="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84" userDrawn="1">
          <p15:clr>
            <a:srgbClr val="F26B43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799"/>
    <a:srgbClr val="155F82"/>
    <a:srgbClr val="FFFFFF"/>
    <a:srgbClr val="4810D1"/>
    <a:srgbClr val="541CE5"/>
    <a:srgbClr val="F5F5FF"/>
    <a:srgbClr val="3B3C43"/>
    <a:srgbClr val="FFC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92128"/>
  </p:normalViewPr>
  <p:slideViewPr>
    <p:cSldViewPr snapToGrid="0" showGuides="1">
      <p:cViewPr>
        <p:scale>
          <a:sx n="90" d="100"/>
          <a:sy n="90" d="100"/>
        </p:scale>
        <p:origin x="66" y="66"/>
      </p:cViewPr>
      <p:guideLst>
        <p:guide orient="horz" pos="3884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12:49:58.309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0 1 8027,'71'59'0,"-20"-13"0,-20-11 0,-12-4 0,-1 0 0,-6-1 0,-2-4 0,-2-4 0,-4-7 0,-1-1 0,-2 0 0,2 10 0,1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8DB67-AF0C-014F-B567-A8BFBE02FB2E}" type="datetimeFigureOut">
              <a:rPr lang="pt-BR" smtClean="0"/>
              <a:t>02/09/2026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4B0D8-8862-B240-9C0F-63FAC75C8C1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87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>
            <a:extLst>
              <a:ext uri="{FF2B5EF4-FFF2-40B4-BE49-F238E27FC236}">
                <a16:creationId xmlns:a16="http://schemas.microsoft.com/office/drawing/2014/main" id="{73234435-3B9E-7575-56AE-075857C6E041}"/>
              </a:ext>
            </a:extLst>
          </p:cNvPr>
          <p:cNvSpPr>
            <a:spLocks/>
          </p:cNvSpPr>
          <p:nvPr userDrawn="1"/>
        </p:nvSpPr>
        <p:spPr>
          <a:xfrm>
            <a:off x="-235527" y="-207819"/>
            <a:ext cx="12607636" cy="7232073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B8231D53-769E-E974-C780-B230FDB449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365500"/>
            <a:ext cx="57150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CC63A1D0-0B09-C6A4-62AE-205C894067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765438"/>
            <a:ext cx="5715000" cy="330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27" name="Espaço Reservado para Texto 25">
            <a:extLst>
              <a:ext uri="{FF2B5EF4-FFF2-40B4-BE49-F238E27FC236}">
                <a16:creationId xmlns:a16="http://schemas.microsoft.com/office/drawing/2014/main" id="{0318F468-2480-8798-3A57-5C93BF8BF4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5982613"/>
            <a:ext cx="5715000" cy="43088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 /00 /2025</a:t>
            </a:r>
          </a:p>
        </p:txBody>
      </p:sp>
      <p:pic>
        <p:nvPicPr>
          <p:cNvPr id="78" name="Imagem 77">
            <a:extLst>
              <a:ext uri="{FF2B5EF4-FFF2-40B4-BE49-F238E27FC236}">
                <a16:creationId xmlns:a16="http://schemas.microsoft.com/office/drawing/2014/main" id="{0A90296E-4861-28B7-863C-E025CEF36D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725" b="30512"/>
          <a:stretch>
            <a:fillRect/>
          </a:stretch>
        </p:blipFill>
        <p:spPr>
          <a:xfrm>
            <a:off x="9479653" y="455766"/>
            <a:ext cx="2333806" cy="7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163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ítulo 9">
            <a:extLst>
              <a:ext uri="{FF2B5EF4-FFF2-40B4-BE49-F238E27FC236}">
                <a16:creationId xmlns:a16="http://schemas.microsoft.com/office/drawing/2014/main" id="{78E5EB9D-F060-E934-CC20-A5A3D9715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2000" y="4007524"/>
            <a:ext cx="46355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46" name="Espaço Reservado para Texto 25">
            <a:extLst>
              <a:ext uri="{FF2B5EF4-FFF2-40B4-BE49-F238E27FC236}">
                <a16:creationId xmlns:a16="http://schemas.microsoft.com/office/drawing/2014/main" id="{19654DC8-6D16-2CBF-061B-319611EA17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2000" y="5455582"/>
            <a:ext cx="4635500" cy="330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47" name="Espaço Reservado para Texto 25">
            <a:extLst>
              <a:ext uri="{FF2B5EF4-FFF2-40B4-BE49-F238E27FC236}">
                <a16:creationId xmlns:a16="http://schemas.microsoft.com/office/drawing/2014/main" id="{2062A3B6-2101-9A3C-AB79-39B96D500A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1" y="6182117"/>
            <a:ext cx="3008992" cy="215444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pt-BR" dirty="0"/>
              <a:t>Fórum</a:t>
            </a:r>
          </a:p>
        </p:txBody>
      </p:sp>
      <p:sp>
        <p:nvSpPr>
          <p:cNvPr id="2" name="Espaço Reservado para Texto 25">
            <a:extLst>
              <a:ext uri="{FF2B5EF4-FFF2-40B4-BE49-F238E27FC236}">
                <a16:creationId xmlns:a16="http://schemas.microsoft.com/office/drawing/2014/main" id="{0ED87C67-DE5B-5A68-BA5B-4ED4CD7F4B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38507" y="6175508"/>
            <a:ext cx="3008992" cy="215444"/>
          </a:xfrm>
        </p:spPr>
        <p:txBody>
          <a:bodyPr wrap="square" anchor="b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pt-BR" dirty="0" err="1"/>
              <a:t>dd</a:t>
            </a:r>
            <a:r>
              <a:rPr lang="pt-BR" dirty="0"/>
              <a:t>/mm/</a:t>
            </a:r>
            <a:r>
              <a:rPr lang="pt-BR" dirty="0" err="1"/>
              <a:t>aaaa</a:t>
            </a:r>
            <a:endParaRPr lang="pt-BR" dirty="0"/>
          </a:p>
        </p:txBody>
      </p:sp>
      <p:pic>
        <p:nvPicPr>
          <p:cNvPr id="50" name="Imagem 49">
            <a:extLst>
              <a:ext uri="{FF2B5EF4-FFF2-40B4-BE49-F238E27FC236}">
                <a16:creationId xmlns:a16="http://schemas.microsoft.com/office/drawing/2014/main" id="{8DB4082C-DBB4-96A9-9E2A-563DA953FA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725" b="30512"/>
          <a:stretch>
            <a:fillRect/>
          </a:stretch>
        </p:blipFill>
        <p:spPr>
          <a:xfrm>
            <a:off x="266725" y="455766"/>
            <a:ext cx="2333806" cy="7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8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3EB61-77E8-F6E7-6508-AC27911922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13" y="-5937"/>
            <a:ext cx="12192699" cy="6858140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pt-BR" dirty="0"/>
          </a:p>
        </p:txBody>
      </p:sp>
      <p:sp>
        <p:nvSpPr>
          <p:cNvPr id="2" name="Espaço Reservado para Texto 78">
            <a:extLst>
              <a:ext uri="{FF2B5EF4-FFF2-40B4-BE49-F238E27FC236}">
                <a16:creationId xmlns:a16="http://schemas.microsoft.com/office/drawing/2014/main" id="{7A3A8EC5-15B4-F587-D987-96D79B0EED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 flipV="1">
            <a:off x="0" y="-4"/>
            <a:ext cx="12203812" cy="1259159"/>
          </a:xfrm>
          <a:custGeom>
            <a:avLst/>
            <a:gdLst>
              <a:gd name="connsiteX0" fmla="*/ 0 w 12192000"/>
              <a:gd name="connsiteY0" fmla="*/ 0 h 3332626"/>
              <a:gd name="connsiteX1" fmla="*/ 12192000 w 12192000"/>
              <a:gd name="connsiteY1" fmla="*/ 0 h 3332626"/>
              <a:gd name="connsiteX2" fmla="*/ 12192000 w 12192000"/>
              <a:gd name="connsiteY2" fmla="*/ 3332626 h 3332626"/>
              <a:gd name="connsiteX3" fmla="*/ 0 w 12192000"/>
              <a:gd name="connsiteY3" fmla="*/ 3332626 h 3332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32626">
                <a:moveTo>
                  <a:pt x="0" y="0"/>
                </a:moveTo>
                <a:lnTo>
                  <a:pt x="12192000" y="0"/>
                </a:lnTo>
                <a:lnTo>
                  <a:pt x="12192000" y="3332626"/>
                </a:lnTo>
                <a:lnTo>
                  <a:pt x="0" y="3332626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73876"/>
                </a:schemeClr>
              </a:gs>
              <a:gs pos="49000">
                <a:schemeClr val="bg1">
                  <a:alpha val="37456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9" name="Tinta 38">
                <a:extLst>
                  <a:ext uri="{FF2B5EF4-FFF2-40B4-BE49-F238E27FC236}">
                    <a16:creationId xmlns:a16="http://schemas.microsoft.com/office/drawing/2014/main" id="{4C75F4AE-B356-1897-BF11-90D47F905AC7}"/>
                  </a:ext>
                </a:extLst>
              </p14:cNvPr>
              <p14:cNvContentPartPr/>
              <p14:nvPr userDrawn="1"/>
            </p14:nvContentPartPr>
            <p14:xfrm>
              <a:off x="6155244" y="2435973"/>
              <a:ext cx="84960" cy="135000"/>
            </p14:xfrm>
          </p:contentPart>
        </mc:Choice>
        <mc:Fallback xmlns="">
          <p:pic>
            <p:nvPicPr>
              <p:cNvPr id="39" name="Tinta 38">
                <a:extLst>
                  <a:ext uri="{FF2B5EF4-FFF2-40B4-BE49-F238E27FC236}">
                    <a16:creationId xmlns:a16="http://schemas.microsoft.com/office/drawing/2014/main" id="{4C75F4AE-B356-1897-BF11-90D47F905A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44444" y="2425533"/>
                <a:ext cx="106200" cy="156240"/>
              </a:xfrm>
              <a:prstGeom prst="rect">
                <a:avLst/>
              </a:prstGeom>
            </p:spPr>
          </p:pic>
        </mc:Fallback>
      </mc:AlternateContent>
      <p:sp>
        <p:nvSpPr>
          <p:cNvPr id="79" name="Espaço Reservado para Texto 78">
            <a:extLst>
              <a:ext uri="{FF2B5EF4-FFF2-40B4-BE49-F238E27FC236}">
                <a16:creationId xmlns:a16="http://schemas.microsoft.com/office/drawing/2014/main" id="{1A4C6CEE-FAE7-0A81-C7C9-718ECFB5C58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3525373"/>
            <a:ext cx="12192000" cy="3332626"/>
          </a:xfrm>
          <a:custGeom>
            <a:avLst/>
            <a:gdLst>
              <a:gd name="connsiteX0" fmla="*/ 0 w 12192000"/>
              <a:gd name="connsiteY0" fmla="*/ 0 h 3332626"/>
              <a:gd name="connsiteX1" fmla="*/ 12192000 w 12192000"/>
              <a:gd name="connsiteY1" fmla="*/ 0 h 3332626"/>
              <a:gd name="connsiteX2" fmla="*/ 12192000 w 12192000"/>
              <a:gd name="connsiteY2" fmla="*/ 3332626 h 3332626"/>
              <a:gd name="connsiteX3" fmla="*/ 0 w 12192000"/>
              <a:gd name="connsiteY3" fmla="*/ 3332626 h 3332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32626">
                <a:moveTo>
                  <a:pt x="0" y="0"/>
                </a:moveTo>
                <a:lnTo>
                  <a:pt x="12192000" y="0"/>
                </a:lnTo>
                <a:lnTo>
                  <a:pt x="12192000" y="3332626"/>
                </a:lnTo>
                <a:lnTo>
                  <a:pt x="0" y="3332626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73876"/>
                </a:schemeClr>
              </a:gs>
              <a:gs pos="49000">
                <a:schemeClr val="bg1">
                  <a:alpha val="37456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80" name="Título 9">
            <a:extLst>
              <a:ext uri="{FF2B5EF4-FFF2-40B4-BE49-F238E27FC236}">
                <a16:creationId xmlns:a16="http://schemas.microsoft.com/office/drawing/2014/main" id="{38487528-644C-C2C7-8E62-57EE5FBB48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0" y="3946676"/>
            <a:ext cx="3810000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81" name="Espaço Reservado para Texto 25">
            <a:extLst>
              <a:ext uri="{FF2B5EF4-FFF2-40B4-BE49-F238E27FC236}">
                <a16:creationId xmlns:a16="http://schemas.microsoft.com/office/drawing/2014/main" id="{8C9B10F1-92C4-D923-504A-DE8777F0EE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37500" y="5268641"/>
            <a:ext cx="3810000" cy="3302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82" name="Espaço Reservado para Texto 25">
            <a:extLst>
              <a:ext uri="{FF2B5EF4-FFF2-40B4-BE49-F238E27FC236}">
                <a16:creationId xmlns:a16="http://schemas.microsoft.com/office/drawing/2014/main" id="{F6560FDD-169D-CDC9-CC92-57CCC885A8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37500" y="6012977"/>
            <a:ext cx="3810000" cy="43088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 /00 /2025</a:t>
            </a:r>
          </a:p>
        </p:txBody>
      </p:sp>
      <p:sp>
        <p:nvSpPr>
          <p:cNvPr id="83" name="Espaço Reservado para Texto 82">
            <a:extLst>
              <a:ext uri="{FF2B5EF4-FFF2-40B4-BE49-F238E27FC236}">
                <a16:creationId xmlns:a16="http://schemas.microsoft.com/office/drawing/2014/main" id="{7FFFA369-D9EB-348B-8228-A0E1D02E89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58" y="1329158"/>
            <a:ext cx="3024775" cy="5064524"/>
          </a:xfrm>
          <a:custGeom>
            <a:avLst/>
            <a:gdLst>
              <a:gd name="connsiteX0" fmla="*/ 1624230 w 3024775"/>
              <a:gd name="connsiteY0" fmla="*/ 0 h 5064524"/>
              <a:gd name="connsiteX1" fmla="*/ 3024775 w 3024775"/>
              <a:gd name="connsiteY1" fmla="*/ 0 h 5064524"/>
              <a:gd name="connsiteX2" fmla="*/ 3024775 w 3024775"/>
              <a:gd name="connsiteY2" fmla="*/ 1991878 h 5064524"/>
              <a:gd name="connsiteX3" fmla="*/ 1945568 w 3024775"/>
              <a:gd name="connsiteY3" fmla="*/ 2447189 h 5064524"/>
              <a:gd name="connsiteX4" fmla="*/ 1020760 w 3024775"/>
              <a:gd name="connsiteY4" fmla="*/ 4607701 h 5064524"/>
              <a:gd name="connsiteX5" fmla="*/ 0 w 3024775"/>
              <a:gd name="connsiteY5" fmla="*/ 5064524 h 5064524"/>
              <a:gd name="connsiteX6" fmla="*/ 0 w 3024775"/>
              <a:gd name="connsiteY6" fmla="*/ 1992210 h 5064524"/>
              <a:gd name="connsiteX7" fmla="*/ 1037902 w 3024775"/>
              <a:gd name="connsiteY7" fmla="*/ 1537370 h 5064524"/>
              <a:gd name="connsiteX8" fmla="*/ 1623318 w 3024775"/>
              <a:gd name="connsiteY8" fmla="*/ 3112 h 5064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24775" h="5064524">
                <a:moveTo>
                  <a:pt x="1624230" y="0"/>
                </a:moveTo>
                <a:lnTo>
                  <a:pt x="3024775" y="0"/>
                </a:lnTo>
                <a:lnTo>
                  <a:pt x="3024775" y="1991878"/>
                </a:lnTo>
                <a:cubicBezTo>
                  <a:pt x="2664492" y="1991878"/>
                  <a:pt x="2296037" y="2095682"/>
                  <a:pt x="1945568" y="2447189"/>
                </a:cubicBezTo>
                <a:cubicBezTo>
                  <a:pt x="1217675" y="3176363"/>
                  <a:pt x="1633497" y="3992996"/>
                  <a:pt x="1020760" y="4607701"/>
                </a:cubicBezTo>
                <a:cubicBezTo>
                  <a:pt x="767221" y="4861388"/>
                  <a:pt x="399877" y="5049369"/>
                  <a:pt x="0" y="5064524"/>
                </a:cubicBezTo>
                <a:lnTo>
                  <a:pt x="0" y="1992210"/>
                </a:lnTo>
                <a:cubicBezTo>
                  <a:pt x="349892" y="1984450"/>
                  <a:pt x="700715" y="1875568"/>
                  <a:pt x="1037902" y="1537370"/>
                </a:cubicBezTo>
                <a:cubicBezTo>
                  <a:pt x="1538335" y="1036063"/>
                  <a:pt x="1498180" y="493036"/>
                  <a:pt x="1623318" y="3112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84" name="Espaço Reservado para Texto 83">
            <a:extLst>
              <a:ext uri="{FF2B5EF4-FFF2-40B4-BE49-F238E27FC236}">
                <a16:creationId xmlns:a16="http://schemas.microsoft.com/office/drawing/2014/main" id="{D86B7F11-FBB0-485F-13A3-6C4A7427FF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34176" y="3320892"/>
            <a:ext cx="3066065" cy="3537110"/>
          </a:xfrm>
          <a:custGeom>
            <a:avLst/>
            <a:gdLst>
              <a:gd name="connsiteX0" fmla="*/ 0 w 3066065"/>
              <a:gd name="connsiteY0" fmla="*/ 0 h 3537110"/>
              <a:gd name="connsiteX1" fmla="*/ 1062062 w 3066065"/>
              <a:gd name="connsiteY1" fmla="*/ 457786 h 3537110"/>
              <a:gd name="connsiteX2" fmla="*/ 1986868 w 3066065"/>
              <a:gd name="connsiteY2" fmla="*/ 2618293 h 3537110"/>
              <a:gd name="connsiteX3" fmla="*/ 3066065 w 3066065"/>
              <a:gd name="connsiteY3" fmla="*/ 3073604 h 3537110"/>
              <a:gd name="connsiteX4" fmla="*/ 3066065 w 3066065"/>
              <a:gd name="connsiteY4" fmla="*/ 3537110 h 3537110"/>
              <a:gd name="connsiteX5" fmla="*/ 1087945 w 3066065"/>
              <a:gd name="connsiteY5" fmla="*/ 3537110 h 3537110"/>
              <a:gd name="connsiteX6" fmla="*/ 1079197 w 3066065"/>
              <a:gd name="connsiteY6" fmla="*/ 3528112 h 3537110"/>
              <a:gd name="connsiteX7" fmla="*/ 0 w 3066065"/>
              <a:gd name="connsiteY7" fmla="*/ 3072801 h 3537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066065" h="3537110">
                <a:moveTo>
                  <a:pt x="0" y="0"/>
                </a:moveTo>
                <a:cubicBezTo>
                  <a:pt x="415825" y="2475"/>
                  <a:pt x="800620" y="195383"/>
                  <a:pt x="1062062" y="457786"/>
                </a:cubicBezTo>
                <a:cubicBezTo>
                  <a:pt x="1674795" y="1071683"/>
                  <a:pt x="1258965" y="1889124"/>
                  <a:pt x="1986868" y="2618293"/>
                </a:cubicBezTo>
                <a:cubicBezTo>
                  <a:pt x="2337324" y="2969792"/>
                  <a:pt x="2702515" y="3073604"/>
                  <a:pt x="3066065" y="3073604"/>
                </a:cubicBezTo>
                <a:lnTo>
                  <a:pt x="3066065" y="3537110"/>
                </a:lnTo>
                <a:lnTo>
                  <a:pt x="1087945" y="3537110"/>
                </a:lnTo>
                <a:cubicBezTo>
                  <a:pt x="1084995" y="3534111"/>
                  <a:pt x="1082185" y="3531103"/>
                  <a:pt x="1079197" y="3528112"/>
                </a:cubicBezTo>
                <a:cubicBezTo>
                  <a:pt x="728734" y="3176610"/>
                  <a:pt x="360278" y="3072801"/>
                  <a:pt x="0" y="3072801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85" name="Espaço Reservado para Texto 84">
            <a:extLst>
              <a:ext uri="{FF2B5EF4-FFF2-40B4-BE49-F238E27FC236}">
                <a16:creationId xmlns:a16="http://schemas.microsoft.com/office/drawing/2014/main" id="{EEC3A965-B244-D7DD-A317-49035F1E69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7165" y="248236"/>
            <a:ext cx="3066065" cy="6146406"/>
          </a:xfrm>
          <a:custGeom>
            <a:avLst/>
            <a:gdLst>
              <a:gd name="connsiteX0" fmla="*/ 3066065 w 3066065"/>
              <a:gd name="connsiteY0" fmla="*/ 0 h 6146406"/>
              <a:gd name="connsiteX1" fmla="*/ 3066065 w 3066065"/>
              <a:gd name="connsiteY1" fmla="*/ 3072801 h 6146406"/>
              <a:gd name="connsiteX2" fmla="*/ 1986868 w 3066065"/>
              <a:gd name="connsiteY2" fmla="*/ 3528113 h 6146406"/>
              <a:gd name="connsiteX3" fmla="*/ 1062062 w 3066065"/>
              <a:gd name="connsiteY3" fmla="*/ 5688620 h 6146406"/>
              <a:gd name="connsiteX4" fmla="*/ 0 w 3066065"/>
              <a:gd name="connsiteY4" fmla="*/ 6146406 h 6146406"/>
              <a:gd name="connsiteX5" fmla="*/ 0 w 3066065"/>
              <a:gd name="connsiteY5" fmla="*/ 3073604 h 6146406"/>
              <a:gd name="connsiteX6" fmla="*/ 1079197 w 3066065"/>
              <a:gd name="connsiteY6" fmla="*/ 2618293 h 6146406"/>
              <a:gd name="connsiteX7" fmla="*/ 2004003 w 3066065"/>
              <a:gd name="connsiteY7" fmla="*/ 457786 h 6146406"/>
              <a:gd name="connsiteX8" fmla="*/ 3066065 w 3066065"/>
              <a:gd name="connsiteY8" fmla="*/ 0 h 614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6065" h="6146406">
                <a:moveTo>
                  <a:pt x="3066065" y="0"/>
                </a:moveTo>
                <a:lnTo>
                  <a:pt x="3066065" y="3072801"/>
                </a:lnTo>
                <a:cubicBezTo>
                  <a:pt x="2705787" y="3072801"/>
                  <a:pt x="2337331" y="3176611"/>
                  <a:pt x="1986868" y="3528113"/>
                </a:cubicBezTo>
                <a:cubicBezTo>
                  <a:pt x="1258965" y="4257282"/>
                  <a:pt x="1674795" y="5073920"/>
                  <a:pt x="1062062" y="5688620"/>
                </a:cubicBezTo>
                <a:cubicBezTo>
                  <a:pt x="799821" y="5951022"/>
                  <a:pt x="415823" y="6143128"/>
                  <a:pt x="0" y="6146406"/>
                </a:cubicBezTo>
                <a:lnTo>
                  <a:pt x="0" y="3073604"/>
                </a:lnTo>
                <a:cubicBezTo>
                  <a:pt x="363551" y="3073604"/>
                  <a:pt x="728741" y="2969792"/>
                  <a:pt x="1079197" y="2618293"/>
                </a:cubicBezTo>
                <a:cubicBezTo>
                  <a:pt x="1807100" y="1889124"/>
                  <a:pt x="1391273" y="1071684"/>
                  <a:pt x="2004003" y="457786"/>
                </a:cubicBezTo>
                <a:cubicBezTo>
                  <a:pt x="2265445" y="195381"/>
                  <a:pt x="2650243" y="2475"/>
                  <a:pt x="3066065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86" name="Espaço Reservado para Texto 85">
            <a:extLst>
              <a:ext uri="{FF2B5EF4-FFF2-40B4-BE49-F238E27FC236}">
                <a16:creationId xmlns:a16="http://schemas.microsoft.com/office/drawing/2014/main" id="{48B4D1EE-A765-FB46-3DA6-B19BC7CCA6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63376" y="-140"/>
            <a:ext cx="3028624" cy="3321131"/>
          </a:xfrm>
          <a:custGeom>
            <a:avLst/>
            <a:gdLst>
              <a:gd name="connsiteX0" fmla="*/ 0 w 3028624"/>
              <a:gd name="connsiteY0" fmla="*/ 0 h 3321131"/>
              <a:gd name="connsiteX1" fmla="*/ 2232589 w 3028624"/>
              <a:gd name="connsiteY1" fmla="*/ 0 h 3321131"/>
              <a:gd name="connsiteX2" fmla="*/ 3028624 w 3028624"/>
              <a:gd name="connsiteY2" fmla="*/ 248760 h 3321131"/>
              <a:gd name="connsiteX3" fmla="*/ 3028624 w 3028624"/>
              <a:gd name="connsiteY3" fmla="*/ 3321131 h 3321131"/>
              <a:gd name="connsiteX4" fmla="*/ 2004003 w 3028624"/>
              <a:gd name="connsiteY4" fmla="*/ 2864160 h 3321131"/>
              <a:gd name="connsiteX5" fmla="*/ 1079197 w 3028624"/>
              <a:gd name="connsiteY5" fmla="*/ 703653 h 3321131"/>
              <a:gd name="connsiteX6" fmla="*/ 0 w 3028624"/>
              <a:gd name="connsiteY6" fmla="*/ 248342 h 3321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28624" h="3321131">
                <a:moveTo>
                  <a:pt x="0" y="0"/>
                </a:moveTo>
                <a:lnTo>
                  <a:pt x="2232589" y="0"/>
                </a:lnTo>
                <a:cubicBezTo>
                  <a:pt x="2494200" y="179439"/>
                  <a:pt x="2761698" y="243404"/>
                  <a:pt x="3028624" y="248760"/>
                </a:cubicBezTo>
                <a:lnTo>
                  <a:pt x="3028624" y="3321131"/>
                </a:lnTo>
                <a:cubicBezTo>
                  <a:pt x="2627250" y="3307040"/>
                  <a:pt x="2258357" y="3118669"/>
                  <a:pt x="2004003" y="2864160"/>
                </a:cubicBezTo>
                <a:cubicBezTo>
                  <a:pt x="1391270" y="2249460"/>
                  <a:pt x="1807103" y="1432819"/>
                  <a:pt x="1079197" y="703653"/>
                </a:cubicBezTo>
                <a:cubicBezTo>
                  <a:pt x="728734" y="352151"/>
                  <a:pt x="360278" y="248342"/>
                  <a:pt x="0" y="248342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93" name="Espaço Reservado para Texto 92">
            <a:extLst>
              <a:ext uri="{FF2B5EF4-FFF2-40B4-BE49-F238E27FC236}">
                <a16:creationId xmlns:a16="http://schemas.microsoft.com/office/drawing/2014/main" id="{FA4CD080-D0F2-E205-7FE0-8EDE776D6D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1" y="419872"/>
            <a:ext cx="3664665" cy="702870"/>
          </a:xfrm>
          <a:custGeom>
            <a:avLst/>
            <a:gdLst>
              <a:gd name="connsiteX0" fmla="*/ 3553895 w 3664665"/>
              <a:gd name="connsiteY0" fmla="*/ 392724 h 702870"/>
              <a:gd name="connsiteX1" fmla="*/ 3553895 w 3664665"/>
              <a:gd name="connsiteY1" fmla="*/ 392833 h 702870"/>
              <a:gd name="connsiteX2" fmla="*/ 3462926 w 3664665"/>
              <a:gd name="connsiteY2" fmla="*/ 416961 h 702870"/>
              <a:gd name="connsiteX3" fmla="*/ 3394441 w 3664665"/>
              <a:gd name="connsiteY3" fmla="*/ 476254 h 702870"/>
              <a:gd name="connsiteX4" fmla="*/ 3436725 w 3664665"/>
              <a:gd name="connsiteY4" fmla="*/ 506550 h 702870"/>
              <a:gd name="connsiteX5" fmla="*/ 3540232 w 3664665"/>
              <a:gd name="connsiteY5" fmla="*/ 469329 h 702870"/>
              <a:gd name="connsiteX6" fmla="*/ 3553895 w 3664665"/>
              <a:gd name="connsiteY6" fmla="*/ 458336 h 702870"/>
              <a:gd name="connsiteX7" fmla="*/ 3553895 w 3664665"/>
              <a:gd name="connsiteY7" fmla="*/ 392833 h 702870"/>
              <a:gd name="connsiteX8" fmla="*/ 3553981 w 3664665"/>
              <a:gd name="connsiteY8" fmla="*/ 392810 h 702870"/>
              <a:gd name="connsiteX9" fmla="*/ 2087769 w 3664665"/>
              <a:gd name="connsiteY9" fmla="*/ 251025 h 702870"/>
              <a:gd name="connsiteX10" fmla="*/ 1984695 w 3664665"/>
              <a:gd name="connsiteY10" fmla="*/ 376450 h 702870"/>
              <a:gd name="connsiteX11" fmla="*/ 2087769 w 3664665"/>
              <a:gd name="connsiteY11" fmla="*/ 502742 h 702870"/>
              <a:gd name="connsiteX12" fmla="*/ 2189892 w 3664665"/>
              <a:gd name="connsiteY12" fmla="*/ 376450 h 702870"/>
              <a:gd name="connsiteX13" fmla="*/ 2087769 w 3664665"/>
              <a:gd name="connsiteY13" fmla="*/ 251025 h 702870"/>
              <a:gd name="connsiteX14" fmla="*/ 2844396 w 3664665"/>
              <a:gd name="connsiteY14" fmla="*/ 160569 h 702870"/>
              <a:gd name="connsiteX15" fmla="*/ 2977130 w 3664665"/>
              <a:gd name="connsiteY15" fmla="*/ 160569 h 702870"/>
              <a:gd name="connsiteX16" fmla="*/ 3068617 w 3664665"/>
              <a:gd name="connsiteY16" fmla="*/ 467165 h 702870"/>
              <a:gd name="connsiteX17" fmla="*/ 3074584 w 3664665"/>
              <a:gd name="connsiteY17" fmla="*/ 467165 h 702870"/>
              <a:gd name="connsiteX18" fmla="*/ 3166849 w 3664665"/>
              <a:gd name="connsiteY18" fmla="*/ 160569 h 702870"/>
              <a:gd name="connsiteX19" fmla="*/ 3299583 w 3664665"/>
              <a:gd name="connsiteY19" fmla="*/ 160569 h 702870"/>
              <a:gd name="connsiteX20" fmla="*/ 3127158 w 3664665"/>
              <a:gd name="connsiteY20" fmla="*/ 594409 h 702870"/>
              <a:gd name="connsiteX21" fmla="*/ 3011978 w 3664665"/>
              <a:gd name="connsiteY21" fmla="*/ 594409 h 702870"/>
              <a:gd name="connsiteX22" fmla="*/ 2693676 w 3664665"/>
              <a:gd name="connsiteY22" fmla="*/ 160569 h 702870"/>
              <a:gd name="connsiteX23" fmla="*/ 2806954 w 3664665"/>
              <a:gd name="connsiteY23" fmla="*/ 160569 h 702870"/>
              <a:gd name="connsiteX24" fmla="*/ 2806954 w 3664665"/>
              <a:gd name="connsiteY24" fmla="*/ 594495 h 702870"/>
              <a:gd name="connsiteX25" fmla="*/ 2693676 w 3664665"/>
              <a:gd name="connsiteY25" fmla="*/ 594495 h 702870"/>
              <a:gd name="connsiteX26" fmla="*/ 3481690 w 3664665"/>
              <a:gd name="connsiteY26" fmla="*/ 159184 h 702870"/>
              <a:gd name="connsiteX27" fmla="*/ 3615636 w 3664665"/>
              <a:gd name="connsiteY27" fmla="*/ 192597 h 702870"/>
              <a:gd name="connsiteX28" fmla="*/ 3615462 w 3664665"/>
              <a:gd name="connsiteY28" fmla="*/ 192683 h 702870"/>
              <a:gd name="connsiteX29" fmla="*/ 3664665 w 3664665"/>
              <a:gd name="connsiteY29" fmla="*/ 319407 h 702870"/>
              <a:gd name="connsiteX30" fmla="*/ 3664060 w 3664665"/>
              <a:gd name="connsiteY30" fmla="*/ 594581 h 702870"/>
              <a:gd name="connsiteX31" fmla="*/ 3559342 w 3664665"/>
              <a:gd name="connsiteY31" fmla="*/ 594581 h 702870"/>
              <a:gd name="connsiteX32" fmla="*/ 3559342 w 3664665"/>
              <a:gd name="connsiteY32" fmla="*/ 543598 h 702870"/>
              <a:gd name="connsiteX33" fmla="*/ 3553203 w 3664665"/>
              <a:gd name="connsiteY33" fmla="*/ 543598 h 702870"/>
              <a:gd name="connsiteX34" fmla="*/ 3429030 w 3664665"/>
              <a:gd name="connsiteY34" fmla="*/ 599776 h 702870"/>
              <a:gd name="connsiteX35" fmla="*/ 3418134 w 3664665"/>
              <a:gd name="connsiteY35" fmla="*/ 599602 h 702870"/>
              <a:gd name="connsiteX36" fmla="*/ 3278223 w 3664665"/>
              <a:gd name="connsiteY36" fmla="*/ 477119 h 702870"/>
              <a:gd name="connsiteX37" fmla="*/ 3434737 w 3664665"/>
              <a:gd name="connsiteY37" fmla="*/ 343038 h 702870"/>
              <a:gd name="connsiteX38" fmla="*/ 3551819 w 3664665"/>
              <a:gd name="connsiteY38" fmla="*/ 316464 h 702870"/>
              <a:gd name="connsiteX39" fmla="*/ 3551819 w 3664665"/>
              <a:gd name="connsiteY39" fmla="*/ 294132 h 702870"/>
              <a:gd name="connsiteX40" fmla="*/ 3480653 w 3664665"/>
              <a:gd name="connsiteY40" fmla="*/ 245831 h 702870"/>
              <a:gd name="connsiteX41" fmla="*/ 3397121 w 3664665"/>
              <a:gd name="connsiteY41" fmla="*/ 309020 h 702870"/>
              <a:gd name="connsiteX42" fmla="*/ 3395652 w 3664665"/>
              <a:gd name="connsiteY42" fmla="*/ 315252 h 702870"/>
              <a:gd name="connsiteX43" fmla="*/ 3297074 w 3664665"/>
              <a:gd name="connsiteY43" fmla="*/ 299844 h 702870"/>
              <a:gd name="connsiteX44" fmla="*/ 3298284 w 3664665"/>
              <a:gd name="connsiteY44" fmla="*/ 293353 h 702870"/>
              <a:gd name="connsiteX45" fmla="*/ 3481690 w 3664665"/>
              <a:gd name="connsiteY45" fmla="*/ 159184 h 702870"/>
              <a:gd name="connsiteX46" fmla="*/ 2084829 w 3664665"/>
              <a:gd name="connsiteY46" fmla="*/ 154077 h 702870"/>
              <a:gd name="connsiteX47" fmla="*/ 2248779 w 3664665"/>
              <a:gd name="connsiteY47" fmla="*/ 214496 h 702870"/>
              <a:gd name="connsiteX48" fmla="*/ 2248693 w 3664665"/>
              <a:gd name="connsiteY48" fmla="*/ 214496 h 702870"/>
              <a:gd name="connsiteX49" fmla="*/ 2249384 w 3664665"/>
              <a:gd name="connsiteY49" fmla="*/ 215188 h 702870"/>
              <a:gd name="connsiteX50" fmla="*/ 2309914 w 3664665"/>
              <a:gd name="connsiteY50" fmla="*/ 376364 h 702870"/>
              <a:gd name="connsiteX51" fmla="*/ 2246963 w 3664665"/>
              <a:gd name="connsiteY51" fmla="*/ 536327 h 702870"/>
              <a:gd name="connsiteX52" fmla="*/ 2089585 w 3664665"/>
              <a:gd name="connsiteY52" fmla="*/ 599517 h 702870"/>
              <a:gd name="connsiteX53" fmla="*/ 1864500 w 3664665"/>
              <a:gd name="connsiteY53" fmla="*/ 376364 h 702870"/>
              <a:gd name="connsiteX54" fmla="*/ 1927451 w 3664665"/>
              <a:gd name="connsiteY54" fmla="*/ 216400 h 702870"/>
              <a:gd name="connsiteX55" fmla="*/ 2084829 w 3664665"/>
              <a:gd name="connsiteY55" fmla="*/ 154077 h 702870"/>
              <a:gd name="connsiteX56" fmla="*/ 1419777 w 3664665"/>
              <a:gd name="connsiteY56" fmla="*/ 150095 h 702870"/>
              <a:gd name="connsiteX57" fmla="*/ 1542653 w 3664665"/>
              <a:gd name="connsiteY57" fmla="*/ 219083 h 702870"/>
              <a:gd name="connsiteX58" fmla="*/ 1543432 w 3664665"/>
              <a:gd name="connsiteY58" fmla="*/ 219083 h 702870"/>
              <a:gd name="connsiteX59" fmla="*/ 1677029 w 3664665"/>
              <a:gd name="connsiteY59" fmla="*/ 150095 h 702870"/>
              <a:gd name="connsiteX60" fmla="*/ 1677202 w 3664665"/>
              <a:gd name="connsiteY60" fmla="*/ 150181 h 702870"/>
              <a:gd name="connsiteX61" fmla="*/ 1819362 w 3664665"/>
              <a:gd name="connsiteY61" fmla="*/ 305211 h 702870"/>
              <a:gd name="connsiteX62" fmla="*/ 1819362 w 3664665"/>
              <a:gd name="connsiteY62" fmla="*/ 594495 h 702870"/>
              <a:gd name="connsiteX63" fmla="*/ 1703749 w 3664665"/>
              <a:gd name="connsiteY63" fmla="*/ 594495 h 702870"/>
              <a:gd name="connsiteX64" fmla="*/ 1703749 w 3664665"/>
              <a:gd name="connsiteY64" fmla="*/ 329448 h 702870"/>
              <a:gd name="connsiteX65" fmla="*/ 1647975 w 3664665"/>
              <a:gd name="connsiteY65" fmla="*/ 258901 h 702870"/>
              <a:gd name="connsiteX66" fmla="*/ 1562714 w 3664665"/>
              <a:gd name="connsiteY66" fmla="*/ 290323 h 702870"/>
              <a:gd name="connsiteX67" fmla="*/ 1562974 w 3664665"/>
              <a:gd name="connsiteY67" fmla="*/ 305211 h 702870"/>
              <a:gd name="connsiteX68" fmla="*/ 1562974 w 3664665"/>
              <a:gd name="connsiteY68" fmla="*/ 594495 h 702870"/>
              <a:gd name="connsiteX69" fmla="*/ 1446411 w 3664665"/>
              <a:gd name="connsiteY69" fmla="*/ 594495 h 702870"/>
              <a:gd name="connsiteX70" fmla="*/ 1446411 w 3664665"/>
              <a:gd name="connsiteY70" fmla="*/ 329448 h 702870"/>
              <a:gd name="connsiteX71" fmla="*/ 1390636 w 3664665"/>
              <a:gd name="connsiteY71" fmla="*/ 258901 h 702870"/>
              <a:gd name="connsiteX72" fmla="*/ 1305635 w 3664665"/>
              <a:gd name="connsiteY72" fmla="*/ 295084 h 702870"/>
              <a:gd name="connsiteX73" fmla="*/ 1305635 w 3664665"/>
              <a:gd name="connsiteY73" fmla="*/ 594495 h 702870"/>
              <a:gd name="connsiteX74" fmla="*/ 1190022 w 3664665"/>
              <a:gd name="connsiteY74" fmla="*/ 594495 h 702870"/>
              <a:gd name="connsiteX75" fmla="*/ 1190022 w 3664665"/>
              <a:gd name="connsiteY75" fmla="*/ 160569 h 702870"/>
              <a:gd name="connsiteX76" fmla="*/ 1296814 w 3664665"/>
              <a:gd name="connsiteY76" fmla="*/ 160569 h 702870"/>
              <a:gd name="connsiteX77" fmla="*/ 1298371 w 3664665"/>
              <a:gd name="connsiteY77" fmla="*/ 214236 h 702870"/>
              <a:gd name="connsiteX78" fmla="*/ 1301916 w 3664665"/>
              <a:gd name="connsiteY78" fmla="*/ 214236 h 702870"/>
              <a:gd name="connsiteX79" fmla="*/ 1419777 w 3664665"/>
              <a:gd name="connsiteY79" fmla="*/ 150095 h 702870"/>
              <a:gd name="connsiteX80" fmla="*/ 2396647 w 3664665"/>
              <a:gd name="connsiteY80" fmla="*/ 52023 h 702870"/>
              <a:gd name="connsiteX81" fmla="*/ 2509924 w 3664665"/>
              <a:gd name="connsiteY81" fmla="*/ 52023 h 702870"/>
              <a:gd name="connsiteX82" fmla="*/ 2510097 w 3664665"/>
              <a:gd name="connsiteY82" fmla="*/ 52023 h 702870"/>
              <a:gd name="connsiteX83" fmla="*/ 2510097 w 3664665"/>
              <a:gd name="connsiteY83" fmla="*/ 160570 h 702870"/>
              <a:gd name="connsiteX84" fmla="*/ 2645079 w 3664665"/>
              <a:gd name="connsiteY84" fmla="*/ 160570 h 702870"/>
              <a:gd name="connsiteX85" fmla="*/ 2645079 w 3664665"/>
              <a:gd name="connsiteY85" fmla="*/ 257950 h 702870"/>
              <a:gd name="connsiteX86" fmla="*/ 2510097 w 3664665"/>
              <a:gd name="connsiteY86" fmla="*/ 257950 h 702870"/>
              <a:gd name="connsiteX87" fmla="*/ 2510097 w 3664665"/>
              <a:gd name="connsiteY87" fmla="*/ 452796 h 702870"/>
              <a:gd name="connsiteX88" fmla="*/ 2542957 w 3664665"/>
              <a:gd name="connsiteY88" fmla="*/ 485689 h 702870"/>
              <a:gd name="connsiteX89" fmla="*/ 2623635 w 3664665"/>
              <a:gd name="connsiteY89" fmla="*/ 485689 h 702870"/>
              <a:gd name="connsiteX90" fmla="*/ 2623635 w 3664665"/>
              <a:gd name="connsiteY90" fmla="*/ 594410 h 702870"/>
              <a:gd name="connsiteX91" fmla="*/ 2539238 w 3664665"/>
              <a:gd name="connsiteY91" fmla="*/ 594410 h 702870"/>
              <a:gd name="connsiteX92" fmla="*/ 2396733 w 3664665"/>
              <a:gd name="connsiteY92" fmla="*/ 446565 h 702870"/>
              <a:gd name="connsiteX93" fmla="*/ 2396733 w 3664665"/>
              <a:gd name="connsiteY93" fmla="*/ 257863 h 702870"/>
              <a:gd name="connsiteX94" fmla="*/ 2319514 w 3664665"/>
              <a:gd name="connsiteY94" fmla="*/ 257863 h 702870"/>
              <a:gd name="connsiteX95" fmla="*/ 2319514 w 3664665"/>
              <a:gd name="connsiteY95" fmla="*/ 160483 h 702870"/>
              <a:gd name="connsiteX96" fmla="*/ 2346925 w 3664665"/>
              <a:gd name="connsiteY96" fmla="*/ 160483 h 702870"/>
              <a:gd name="connsiteX97" fmla="*/ 2396647 w 3664665"/>
              <a:gd name="connsiteY97" fmla="*/ 110710 h 702870"/>
              <a:gd name="connsiteX98" fmla="*/ 973584 w 3664665"/>
              <a:gd name="connsiteY98" fmla="*/ 52023 h 702870"/>
              <a:gd name="connsiteX99" fmla="*/ 973584 w 3664665"/>
              <a:gd name="connsiteY99" fmla="*/ 377403 h 702870"/>
              <a:gd name="connsiteX100" fmla="*/ 859355 w 3664665"/>
              <a:gd name="connsiteY100" fmla="*/ 425617 h 702870"/>
              <a:gd name="connsiteX101" fmla="*/ 761469 w 3664665"/>
              <a:gd name="connsiteY101" fmla="*/ 654396 h 702870"/>
              <a:gd name="connsiteX102" fmla="*/ 649056 w 3664665"/>
              <a:gd name="connsiteY102" fmla="*/ 702870 h 702870"/>
              <a:gd name="connsiteX103" fmla="*/ 649056 w 3664665"/>
              <a:gd name="connsiteY103" fmla="*/ 377490 h 702870"/>
              <a:gd name="connsiteX104" fmla="*/ 763285 w 3664665"/>
              <a:gd name="connsiteY104" fmla="*/ 329276 h 702870"/>
              <a:gd name="connsiteX105" fmla="*/ 861171 w 3664665"/>
              <a:gd name="connsiteY105" fmla="*/ 100497 h 702870"/>
              <a:gd name="connsiteX106" fmla="*/ 973584 w 3664665"/>
              <a:gd name="connsiteY106" fmla="*/ 52023 h 702870"/>
              <a:gd name="connsiteX107" fmla="*/ 649056 w 3664665"/>
              <a:gd name="connsiteY107" fmla="*/ 52023 h 702870"/>
              <a:gd name="connsiteX108" fmla="*/ 649056 w 3664665"/>
              <a:gd name="connsiteY108" fmla="*/ 377403 h 702870"/>
              <a:gd name="connsiteX109" fmla="*/ 534826 w 3664665"/>
              <a:gd name="connsiteY109" fmla="*/ 425617 h 702870"/>
              <a:gd name="connsiteX110" fmla="*/ 436941 w 3664665"/>
              <a:gd name="connsiteY110" fmla="*/ 654396 h 702870"/>
              <a:gd name="connsiteX111" fmla="*/ 324528 w 3664665"/>
              <a:gd name="connsiteY111" fmla="*/ 702870 h 702870"/>
              <a:gd name="connsiteX112" fmla="*/ 324528 w 3664665"/>
              <a:gd name="connsiteY112" fmla="*/ 377490 h 702870"/>
              <a:gd name="connsiteX113" fmla="*/ 438757 w 3664665"/>
              <a:gd name="connsiteY113" fmla="*/ 329276 h 702870"/>
              <a:gd name="connsiteX114" fmla="*/ 536643 w 3664665"/>
              <a:gd name="connsiteY114" fmla="*/ 100497 h 702870"/>
              <a:gd name="connsiteX115" fmla="*/ 649056 w 3664665"/>
              <a:gd name="connsiteY115" fmla="*/ 52023 h 702870"/>
              <a:gd name="connsiteX116" fmla="*/ 324528 w 3664665"/>
              <a:gd name="connsiteY116" fmla="*/ 52023 h 702870"/>
              <a:gd name="connsiteX117" fmla="*/ 324528 w 3664665"/>
              <a:gd name="connsiteY117" fmla="*/ 377403 h 702870"/>
              <a:gd name="connsiteX118" fmla="*/ 210299 w 3664665"/>
              <a:gd name="connsiteY118" fmla="*/ 425617 h 702870"/>
              <a:gd name="connsiteX119" fmla="*/ 112413 w 3664665"/>
              <a:gd name="connsiteY119" fmla="*/ 654396 h 702870"/>
              <a:gd name="connsiteX120" fmla="*/ 0 w 3664665"/>
              <a:gd name="connsiteY120" fmla="*/ 702870 h 702870"/>
              <a:gd name="connsiteX121" fmla="*/ 0 w 3664665"/>
              <a:gd name="connsiteY121" fmla="*/ 377490 h 702870"/>
              <a:gd name="connsiteX122" fmla="*/ 114229 w 3664665"/>
              <a:gd name="connsiteY122" fmla="*/ 329276 h 702870"/>
              <a:gd name="connsiteX123" fmla="*/ 212115 w 3664665"/>
              <a:gd name="connsiteY123" fmla="*/ 100497 h 702870"/>
              <a:gd name="connsiteX124" fmla="*/ 324528 w 3664665"/>
              <a:gd name="connsiteY124" fmla="*/ 52023 h 702870"/>
              <a:gd name="connsiteX125" fmla="*/ 2750402 w 3664665"/>
              <a:gd name="connsiteY125" fmla="*/ 0 h 702870"/>
              <a:gd name="connsiteX126" fmla="*/ 2813007 w 3664665"/>
              <a:gd name="connsiteY126" fmla="*/ 62669 h 702870"/>
              <a:gd name="connsiteX127" fmla="*/ 2750402 w 3664665"/>
              <a:gd name="connsiteY127" fmla="*/ 125339 h 702870"/>
              <a:gd name="connsiteX128" fmla="*/ 2687796 w 3664665"/>
              <a:gd name="connsiteY128" fmla="*/ 62669 h 702870"/>
              <a:gd name="connsiteX129" fmla="*/ 2750402 w 3664665"/>
              <a:gd name="connsiteY129" fmla="*/ 0 h 7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3664665" h="702870">
                <a:moveTo>
                  <a:pt x="3553895" y="392724"/>
                </a:moveTo>
                <a:lnTo>
                  <a:pt x="3553895" y="392833"/>
                </a:lnTo>
                <a:lnTo>
                  <a:pt x="3462926" y="416961"/>
                </a:lnTo>
                <a:cubicBezTo>
                  <a:pt x="3408882" y="432282"/>
                  <a:pt x="3391588" y="454614"/>
                  <a:pt x="3394441" y="476254"/>
                </a:cubicBezTo>
                <a:cubicBezTo>
                  <a:pt x="3395997" y="488113"/>
                  <a:pt x="3405595" y="504819"/>
                  <a:pt x="3436725" y="506550"/>
                </a:cubicBezTo>
                <a:cubicBezTo>
                  <a:pt x="3480221" y="508974"/>
                  <a:pt x="3510832" y="492008"/>
                  <a:pt x="3540232" y="469329"/>
                </a:cubicBezTo>
                <a:lnTo>
                  <a:pt x="3553895" y="458336"/>
                </a:lnTo>
                <a:lnTo>
                  <a:pt x="3553895" y="392833"/>
                </a:lnTo>
                <a:lnTo>
                  <a:pt x="3553981" y="392810"/>
                </a:lnTo>
                <a:close/>
                <a:moveTo>
                  <a:pt x="2087769" y="251025"/>
                </a:moveTo>
                <a:cubicBezTo>
                  <a:pt x="2023262" y="251025"/>
                  <a:pt x="1984695" y="294997"/>
                  <a:pt x="1984695" y="376450"/>
                </a:cubicBezTo>
                <a:cubicBezTo>
                  <a:pt x="1984695" y="457904"/>
                  <a:pt x="2023867" y="502742"/>
                  <a:pt x="2087769" y="502742"/>
                </a:cubicBezTo>
                <a:cubicBezTo>
                  <a:pt x="2151672" y="502742"/>
                  <a:pt x="2189892" y="455481"/>
                  <a:pt x="2189892" y="376450"/>
                </a:cubicBezTo>
                <a:cubicBezTo>
                  <a:pt x="2189892" y="319234"/>
                  <a:pt x="2172165" y="251025"/>
                  <a:pt x="2087769" y="251025"/>
                </a:cubicBezTo>
                <a:close/>
                <a:moveTo>
                  <a:pt x="2844396" y="160569"/>
                </a:moveTo>
                <a:lnTo>
                  <a:pt x="2977130" y="160569"/>
                </a:lnTo>
                <a:lnTo>
                  <a:pt x="3068617" y="467165"/>
                </a:lnTo>
                <a:lnTo>
                  <a:pt x="3074584" y="467165"/>
                </a:lnTo>
                <a:lnTo>
                  <a:pt x="3166849" y="160569"/>
                </a:lnTo>
                <a:lnTo>
                  <a:pt x="3299583" y="160569"/>
                </a:lnTo>
                <a:lnTo>
                  <a:pt x="3127158" y="594409"/>
                </a:lnTo>
                <a:lnTo>
                  <a:pt x="3011978" y="594409"/>
                </a:lnTo>
                <a:close/>
                <a:moveTo>
                  <a:pt x="2693676" y="160569"/>
                </a:moveTo>
                <a:lnTo>
                  <a:pt x="2806954" y="160569"/>
                </a:lnTo>
                <a:lnTo>
                  <a:pt x="2806954" y="594495"/>
                </a:lnTo>
                <a:lnTo>
                  <a:pt x="2693676" y="594495"/>
                </a:lnTo>
                <a:close/>
                <a:moveTo>
                  <a:pt x="3481690" y="159184"/>
                </a:moveTo>
                <a:cubicBezTo>
                  <a:pt x="3543691" y="159184"/>
                  <a:pt x="3586235" y="169831"/>
                  <a:pt x="3615636" y="192597"/>
                </a:cubicBezTo>
                <a:lnTo>
                  <a:pt x="3615462" y="192683"/>
                </a:lnTo>
                <a:cubicBezTo>
                  <a:pt x="3648582" y="218391"/>
                  <a:pt x="3664665" y="259767"/>
                  <a:pt x="3664665" y="319407"/>
                </a:cubicBezTo>
                <a:lnTo>
                  <a:pt x="3664060" y="594581"/>
                </a:lnTo>
                <a:lnTo>
                  <a:pt x="3559342" y="594581"/>
                </a:lnTo>
                <a:lnTo>
                  <a:pt x="3559342" y="543598"/>
                </a:lnTo>
                <a:lnTo>
                  <a:pt x="3553203" y="543598"/>
                </a:lnTo>
                <a:cubicBezTo>
                  <a:pt x="3518874" y="578395"/>
                  <a:pt x="3485928" y="599776"/>
                  <a:pt x="3429030" y="599776"/>
                </a:cubicBezTo>
                <a:cubicBezTo>
                  <a:pt x="3424533" y="599776"/>
                  <a:pt x="3422717" y="599602"/>
                  <a:pt x="3418134" y="599602"/>
                </a:cubicBezTo>
                <a:cubicBezTo>
                  <a:pt x="3357518" y="599602"/>
                  <a:pt x="3278223" y="553725"/>
                  <a:pt x="3278223" y="477119"/>
                </a:cubicBezTo>
                <a:cubicBezTo>
                  <a:pt x="3278223" y="412546"/>
                  <a:pt x="3333824" y="367361"/>
                  <a:pt x="3434737" y="343038"/>
                </a:cubicBezTo>
                <a:lnTo>
                  <a:pt x="3551819" y="316464"/>
                </a:lnTo>
                <a:lnTo>
                  <a:pt x="3551819" y="294132"/>
                </a:lnTo>
                <a:cubicBezTo>
                  <a:pt x="3551819" y="254228"/>
                  <a:pt x="3511005" y="245831"/>
                  <a:pt x="3480653" y="245831"/>
                </a:cubicBezTo>
                <a:cubicBezTo>
                  <a:pt x="3434823" y="245831"/>
                  <a:pt x="3406720" y="267038"/>
                  <a:pt x="3397121" y="309020"/>
                </a:cubicBezTo>
                <a:lnTo>
                  <a:pt x="3395652" y="315252"/>
                </a:lnTo>
                <a:lnTo>
                  <a:pt x="3297074" y="299844"/>
                </a:lnTo>
                <a:lnTo>
                  <a:pt x="3298284" y="293353"/>
                </a:lnTo>
                <a:cubicBezTo>
                  <a:pt x="3314369" y="204369"/>
                  <a:pt x="3376109" y="159184"/>
                  <a:pt x="3481690" y="159184"/>
                </a:cubicBezTo>
                <a:close/>
                <a:moveTo>
                  <a:pt x="2084829" y="154077"/>
                </a:moveTo>
                <a:cubicBezTo>
                  <a:pt x="2151844" y="154077"/>
                  <a:pt x="2207013" y="174419"/>
                  <a:pt x="2248779" y="214496"/>
                </a:cubicBezTo>
                <a:lnTo>
                  <a:pt x="2248693" y="214496"/>
                </a:lnTo>
                <a:lnTo>
                  <a:pt x="2249384" y="215188"/>
                </a:lnTo>
                <a:cubicBezTo>
                  <a:pt x="2289594" y="255006"/>
                  <a:pt x="2309914" y="312136"/>
                  <a:pt x="2309914" y="376364"/>
                </a:cubicBezTo>
                <a:cubicBezTo>
                  <a:pt x="2309914" y="440592"/>
                  <a:pt x="2288729" y="494432"/>
                  <a:pt x="2246963" y="536327"/>
                </a:cubicBezTo>
                <a:cubicBezTo>
                  <a:pt x="2205197" y="578223"/>
                  <a:pt x="2152191" y="599517"/>
                  <a:pt x="2089585" y="599517"/>
                </a:cubicBezTo>
                <a:cubicBezTo>
                  <a:pt x="1952874" y="599517"/>
                  <a:pt x="1864500" y="511918"/>
                  <a:pt x="1864500" y="376364"/>
                </a:cubicBezTo>
                <a:cubicBezTo>
                  <a:pt x="1864500" y="312136"/>
                  <a:pt x="1885685" y="258296"/>
                  <a:pt x="1927451" y="216400"/>
                </a:cubicBezTo>
                <a:cubicBezTo>
                  <a:pt x="1969216" y="174505"/>
                  <a:pt x="2017814" y="154077"/>
                  <a:pt x="2084829" y="154077"/>
                </a:cubicBezTo>
                <a:close/>
                <a:moveTo>
                  <a:pt x="1419777" y="150095"/>
                </a:moveTo>
                <a:cubicBezTo>
                  <a:pt x="1473822" y="150095"/>
                  <a:pt x="1518440" y="175197"/>
                  <a:pt x="1542653" y="219083"/>
                </a:cubicBezTo>
                <a:lnTo>
                  <a:pt x="1543432" y="219083"/>
                </a:lnTo>
                <a:cubicBezTo>
                  <a:pt x="1580268" y="173293"/>
                  <a:pt x="1625234" y="150095"/>
                  <a:pt x="1677029" y="150095"/>
                </a:cubicBezTo>
                <a:lnTo>
                  <a:pt x="1677202" y="150181"/>
                </a:lnTo>
                <a:cubicBezTo>
                  <a:pt x="1747936" y="150181"/>
                  <a:pt x="1819362" y="198136"/>
                  <a:pt x="1819362" y="305211"/>
                </a:cubicBezTo>
                <a:lnTo>
                  <a:pt x="1819362" y="594495"/>
                </a:lnTo>
                <a:lnTo>
                  <a:pt x="1703749" y="594495"/>
                </a:lnTo>
                <a:lnTo>
                  <a:pt x="1703749" y="329448"/>
                </a:lnTo>
                <a:cubicBezTo>
                  <a:pt x="1703749" y="284004"/>
                  <a:pt x="1683947" y="258901"/>
                  <a:pt x="1647975" y="258901"/>
                </a:cubicBezTo>
                <a:cubicBezTo>
                  <a:pt x="1615894" y="258901"/>
                  <a:pt x="1587186" y="269462"/>
                  <a:pt x="1562714" y="290323"/>
                </a:cubicBezTo>
                <a:cubicBezTo>
                  <a:pt x="1562974" y="294478"/>
                  <a:pt x="1562974" y="299325"/>
                  <a:pt x="1562974" y="305211"/>
                </a:cubicBezTo>
                <a:lnTo>
                  <a:pt x="1562974" y="594495"/>
                </a:lnTo>
                <a:lnTo>
                  <a:pt x="1446411" y="594495"/>
                </a:lnTo>
                <a:lnTo>
                  <a:pt x="1446411" y="329448"/>
                </a:lnTo>
                <a:cubicBezTo>
                  <a:pt x="1446411" y="284004"/>
                  <a:pt x="1426608" y="258901"/>
                  <a:pt x="1390636" y="258901"/>
                </a:cubicBezTo>
                <a:cubicBezTo>
                  <a:pt x="1359506" y="258901"/>
                  <a:pt x="1331749" y="270760"/>
                  <a:pt x="1305635" y="295084"/>
                </a:cubicBezTo>
                <a:lnTo>
                  <a:pt x="1305635" y="594495"/>
                </a:lnTo>
                <a:lnTo>
                  <a:pt x="1190022" y="594495"/>
                </a:lnTo>
                <a:lnTo>
                  <a:pt x="1190022" y="160569"/>
                </a:lnTo>
                <a:lnTo>
                  <a:pt x="1296814" y="160569"/>
                </a:lnTo>
                <a:lnTo>
                  <a:pt x="1298371" y="214236"/>
                </a:lnTo>
                <a:lnTo>
                  <a:pt x="1301916" y="214236"/>
                </a:lnTo>
                <a:cubicBezTo>
                  <a:pt x="1338667" y="171476"/>
                  <a:pt x="1374725" y="150095"/>
                  <a:pt x="1419777" y="150095"/>
                </a:cubicBezTo>
                <a:close/>
                <a:moveTo>
                  <a:pt x="2396647" y="52023"/>
                </a:moveTo>
                <a:lnTo>
                  <a:pt x="2509924" y="52023"/>
                </a:lnTo>
                <a:lnTo>
                  <a:pt x="2510097" y="52023"/>
                </a:lnTo>
                <a:lnTo>
                  <a:pt x="2510097" y="160570"/>
                </a:lnTo>
                <a:lnTo>
                  <a:pt x="2645079" y="160570"/>
                </a:lnTo>
                <a:lnTo>
                  <a:pt x="2645079" y="257950"/>
                </a:lnTo>
                <a:lnTo>
                  <a:pt x="2510097" y="257950"/>
                </a:lnTo>
                <a:lnTo>
                  <a:pt x="2510097" y="452796"/>
                </a:lnTo>
                <a:cubicBezTo>
                  <a:pt x="2510097" y="475302"/>
                  <a:pt x="2522290" y="485689"/>
                  <a:pt x="2542957" y="485689"/>
                </a:cubicBezTo>
                <a:lnTo>
                  <a:pt x="2623635" y="485689"/>
                </a:lnTo>
                <a:lnTo>
                  <a:pt x="2623635" y="594410"/>
                </a:lnTo>
                <a:lnTo>
                  <a:pt x="2539238" y="594410"/>
                </a:lnTo>
                <a:cubicBezTo>
                  <a:pt x="2448703" y="594410"/>
                  <a:pt x="2396733" y="540483"/>
                  <a:pt x="2396733" y="446565"/>
                </a:cubicBezTo>
                <a:lnTo>
                  <a:pt x="2396733" y="257863"/>
                </a:lnTo>
                <a:lnTo>
                  <a:pt x="2319514" y="257863"/>
                </a:lnTo>
                <a:lnTo>
                  <a:pt x="2319514" y="160483"/>
                </a:lnTo>
                <a:lnTo>
                  <a:pt x="2346925" y="160483"/>
                </a:lnTo>
                <a:cubicBezTo>
                  <a:pt x="2374337" y="160483"/>
                  <a:pt x="2396647" y="154078"/>
                  <a:pt x="2396647" y="110710"/>
                </a:cubicBezTo>
                <a:close/>
                <a:moveTo>
                  <a:pt x="973584" y="52023"/>
                </a:moveTo>
                <a:lnTo>
                  <a:pt x="973584" y="377403"/>
                </a:lnTo>
                <a:cubicBezTo>
                  <a:pt x="935104" y="377403"/>
                  <a:pt x="896451" y="388397"/>
                  <a:pt x="859355" y="425617"/>
                </a:cubicBezTo>
                <a:cubicBezTo>
                  <a:pt x="782309" y="502829"/>
                  <a:pt x="826323" y="589389"/>
                  <a:pt x="761469" y="654396"/>
                </a:cubicBezTo>
                <a:cubicBezTo>
                  <a:pt x="733798" y="682182"/>
                  <a:pt x="694108" y="702870"/>
                  <a:pt x="649056" y="702870"/>
                </a:cubicBezTo>
                <a:lnTo>
                  <a:pt x="649056" y="377490"/>
                </a:lnTo>
                <a:cubicBezTo>
                  <a:pt x="687190" y="377490"/>
                  <a:pt x="726189" y="366496"/>
                  <a:pt x="763285" y="329276"/>
                </a:cubicBezTo>
                <a:cubicBezTo>
                  <a:pt x="840331" y="252064"/>
                  <a:pt x="796317" y="165590"/>
                  <a:pt x="861171" y="100497"/>
                </a:cubicBezTo>
                <a:cubicBezTo>
                  <a:pt x="888928" y="72711"/>
                  <a:pt x="929570" y="52369"/>
                  <a:pt x="973584" y="52023"/>
                </a:cubicBezTo>
                <a:close/>
                <a:moveTo>
                  <a:pt x="649056" y="52023"/>
                </a:moveTo>
                <a:lnTo>
                  <a:pt x="649056" y="377403"/>
                </a:lnTo>
                <a:cubicBezTo>
                  <a:pt x="610576" y="377403"/>
                  <a:pt x="571923" y="388397"/>
                  <a:pt x="534826" y="425617"/>
                </a:cubicBezTo>
                <a:cubicBezTo>
                  <a:pt x="457781" y="502829"/>
                  <a:pt x="501794" y="589389"/>
                  <a:pt x="436941" y="654396"/>
                </a:cubicBezTo>
                <a:cubicBezTo>
                  <a:pt x="409270" y="682182"/>
                  <a:pt x="369579" y="702870"/>
                  <a:pt x="324528" y="702870"/>
                </a:cubicBezTo>
                <a:lnTo>
                  <a:pt x="324528" y="377490"/>
                </a:lnTo>
                <a:cubicBezTo>
                  <a:pt x="362662" y="377490"/>
                  <a:pt x="401661" y="366496"/>
                  <a:pt x="438757" y="329276"/>
                </a:cubicBezTo>
                <a:cubicBezTo>
                  <a:pt x="515803" y="252064"/>
                  <a:pt x="471789" y="165590"/>
                  <a:pt x="536643" y="100497"/>
                </a:cubicBezTo>
                <a:cubicBezTo>
                  <a:pt x="564400" y="72711"/>
                  <a:pt x="605042" y="52369"/>
                  <a:pt x="649056" y="52023"/>
                </a:cubicBezTo>
                <a:close/>
                <a:moveTo>
                  <a:pt x="324528" y="52023"/>
                </a:moveTo>
                <a:lnTo>
                  <a:pt x="324528" y="377403"/>
                </a:lnTo>
                <a:cubicBezTo>
                  <a:pt x="286048" y="377403"/>
                  <a:pt x="247396" y="388397"/>
                  <a:pt x="210299" y="425617"/>
                </a:cubicBezTo>
                <a:cubicBezTo>
                  <a:pt x="133253" y="502829"/>
                  <a:pt x="177267" y="589389"/>
                  <a:pt x="112413" y="654396"/>
                </a:cubicBezTo>
                <a:cubicBezTo>
                  <a:pt x="84742" y="682182"/>
                  <a:pt x="44014" y="702610"/>
                  <a:pt x="0" y="702870"/>
                </a:cubicBezTo>
                <a:lnTo>
                  <a:pt x="0" y="377490"/>
                </a:lnTo>
                <a:cubicBezTo>
                  <a:pt x="38134" y="377490"/>
                  <a:pt x="77133" y="366496"/>
                  <a:pt x="114229" y="329276"/>
                </a:cubicBezTo>
                <a:cubicBezTo>
                  <a:pt x="191275" y="252064"/>
                  <a:pt x="147261" y="165590"/>
                  <a:pt x="212115" y="100497"/>
                </a:cubicBezTo>
                <a:cubicBezTo>
                  <a:pt x="239873" y="72711"/>
                  <a:pt x="280514" y="52369"/>
                  <a:pt x="324528" y="52023"/>
                </a:cubicBezTo>
                <a:close/>
                <a:moveTo>
                  <a:pt x="2750402" y="0"/>
                </a:moveTo>
                <a:cubicBezTo>
                  <a:pt x="2784977" y="0"/>
                  <a:pt x="2813007" y="28058"/>
                  <a:pt x="2813007" y="62669"/>
                </a:cubicBezTo>
                <a:cubicBezTo>
                  <a:pt x="2813007" y="97281"/>
                  <a:pt x="2784977" y="125339"/>
                  <a:pt x="2750402" y="125339"/>
                </a:cubicBezTo>
                <a:cubicBezTo>
                  <a:pt x="2715826" y="125339"/>
                  <a:pt x="2687796" y="97281"/>
                  <a:pt x="2687796" y="62669"/>
                </a:cubicBezTo>
                <a:cubicBezTo>
                  <a:pt x="2687796" y="28058"/>
                  <a:pt x="2715826" y="0"/>
                  <a:pt x="2750402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90308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spaço Reservado para Imagem 20">
            <a:extLst>
              <a:ext uri="{FF2B5EF4-FFF2-40B4-BE49-F238E27FC236}">
                <a16:creationId xmlns:a16="http://schemas.microsoft.com/office/drawing/2014/main" id="{310BB28B-7B43-E733-3EEB-6B0B963A797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614037" y="-41275"/>
            <a:ext cx="10577963" cy="6899275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>
                <a:solidFill>
                  <a:srgbClr val="D6D5EB"/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77" name="Espaço Reservado para Texto 76">
            <a:extLst>
              <a:ext uri="{FF2B5EF4-FFF2-40B4-BE49-F238E27FC236}">
                <a16:creationId xmlns:a16="http://schemas.microsoft.com/office/drawing/2014/main" id="{1569891B-EDE6-A1B3-AC31-B96EE64F22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8749468" y="-41274"/>
            <a:ext cx="3442530" cy="3855717"/>
          </a:xfrm>
          <a:custGeom>
            <a:avLst/>
            <a:gdLst>
              <a:gd name="connsiteX0" fmla="*/ 0 w 3442530"/>
              <a:gd name="connsiteY0" fmla="*/ 0 h 3855717"/>
              <a:gd name="connsiteX1" fmla="*/ 3442530 w 3442530"/>
              <a:gd name="connsiteY1" fmla="*/ 0 h 3855717"/>
              <a:gd name="connsiteX2" fmla="*/ 3442530 w 3442530"/>
              <a:gd name="connsiteY2" fmla="*/ 3855717 h 3855717"/>
              <a:gd name="connsiteX3" fmla="*/ 3428584 w 3442530"/>
              <a:gd name="connsiteY3" fmla="*/ 3846249 h 3855717"/>
              <a:gd name="connsiteX4" fmla="*/ 1524380 w 3442530"/>
              <a:gd name="connsiteY4" fmla="*/ 2731079 h 3855717"/>
              <a:gd name="connsiteX5" fmla="*/ 0 w 3442530"/>
              <a:gd name="connsiteY5" fmla="*/ 0 h 3855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42530" h="3855717">
                <a:moveTo>
                  <a:pt x="0" y="0"/>
                </a:moveTo>
                <a:lnTo>
                  <a:pt x="3442530" y="0"/>
                </a:lnTo>
                <a:lnTo>
                  <a:pt x="3442530" y="3855717"/>
                </a:lnTo>
                <a:lnTo>
                  <a:pt x="3428584" y="3846249"/>
                </a:lnTo>
                <a:cubicBezTo>
                  <a:pt x="2802215" y="3446868"/>
                  <a:pt x="2081664" y="3272561"/>
                  <a:pt x="1524380" y="2731079"/>
                </a:cubicBezTo>
                <a:cubicBezTo>
                  <a:pt x="193823" y="1438232"/>
                  <a:pt x="818147" y="818514"/>
                  <a:pt x="0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600">
                <a:solidFill>
                  <a:srgbClr val="5E22F3">
                    <a:alpha val="0"/>
                  </a:srgbClr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09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4" name="Espaço Reservado para Texto 73">
            <a:extLst>
              <a:ext uri="{FF2B5EF4-FFF2-40B4-BE49-F238E27FC236}">
                <a16:creationId xmlns:a16="http://schemas.microsoft.com/office/drawing/2014/main" id="{92D48C0C-2A3A-E946-2B98-E60167528C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-2" y="-41275"/>
            <a:ext cx="6704808" cy="6907622"/>
          </a:xfrm>
          <a:custGeom>
            <a:avLst/>
            <a:gdLst>
              <a:gd name="connsiteX0" fmla="*/ 0 w 6704808"/>
              <a:gd name="connsiteY0" fmla="*/ 0 h 6907622"/>
              <a:gd name="connsiteX1" fmla="*/ 1681816 w 6704808"/>
              <a:gd name="connsiteY1" fmla="*/ 0 h 6907622"/>
              <a:gd name="connsiteX2" fmla="*/ 2710591 w 6704808"/>
              <a:gd name="connsiteY2" fmla="*/ 2586241 h 6907622"/>
              <a:gd name="connsiteX3" fmla="*/ 5187950 w 6704808"/>
              <a:gd name="connsiteY3" fmla="*/ 4189881 h 6907622"/>
              <a:gd name="connsiteX4" fmla="*/ 6704808 w 6704808"/>
              <a:gd name="connsiteY4" fmla="*/ 6907622 h 6907622"/>
              <a:gd name="connsiteX5" fmla="*/ 1648702 w 6704808"/>
              <a:gd name="connsiteY5" fmla="*/ 6907622 h 6907622"/>
              <a:gd name="connsiteX6" fmla="*/ 0 w 6704808"/>
              <a:gd name="connsiteY6" fmla="*/ 6907622 h 6907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04808" h="6907622">
                <a:moveTo>
                  <a:pt x="0" y="0"/>
                </a:moveTo>
                <a:lnTo>
                  <a:pt x="1681816" y="0"/>
                </a:lnTo>
                <a:cubicBezTo>
                  <a:pt x="2511715" y="1042338"/>
                  <a:pt x="1859468" y="1607350"/>
                  <a:pt x="2710591" y="2586241"/>
                </a:cubicBezTo>
                <a:cubicBezTo>
                  <a:pt x="3420307" y="3402547"/>
                  <a:pt x="4448572" y="3471432"/>
                  <a:pt x="5187950" y="4189881"/>
                </a:cubicBezTo>
                <a:cubicBezTo>
                  <a:pt x="6511940" y="5476414"/>
                  <a:pt x="5890699" y="6093106"/>
                  <a:pt x="6704808" y="6907622"/>
                </a:cubicBezTo>
                <a:cubicBezTo>
                  <a:pt x="6704808" y="6907622"/>
                  <a:pt x="1648702" y="6907622"/>
                  <a:pt x="1648702" y="6907622"/>
                </a:cubicBezTo>
                <a:lnTo>
                  <a:pt x="0" y="6907622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>
            <a:noAutofit/>
          </a:bodyPr>
          <a:lstStyle>
            <a:lvl1pPr marL="0" indent="0">
              <a:buNone/>
              <a:defRPr lang="pt-BR" dirty="0">
                <a:solidFill>
                  <a:srgbClr val="5E22F3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 sz="2800" dirty="0"/>
              <a:t>.</a:t>
            </a:r>
          </a:p>
        </p:txBody>
      </p:sp>
      <p:sp>
        <p:nvSpPr>
          <p:cNvPr id="20" name="Título 9">
            <a:extLst>
              <a:ext uri="{FF2B5EF4-FFF2-40B4-BE49-F238E27FC236}">
                <a16:creationId xmlns:a16="http://schemas.microsoft.com/office/drawing/2014/main" id="{5B1962C7-065E-E20A-57B7-4960F3739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190916"/>
            <a:ext cx="6540500" cy="1143000"/>
          </a:xfrm>
          <a:noFill/>
        </p:spPr>
        <p:txBody>
          <a:bodyPr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22" name="Espaço Reservado para Texto 25">
            <a:extLst>
              <a:ext uri="{FF2B5EF4-FFF2-40B4-BE49-F238E27FC236}">
                <a16:creationId xmlns:a16="http://schemas.microsoft.com/office/drawing/2014/main" id="{80C7C6C5-A0F3-D319-719F-AF719E8E08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783536"/>
            <a:ext cx="4635500" cy="330200"/>
          </a:xfrm>
          <a:noFill/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23" name="Espaço Reservado para Texto 25">
            <a:extLst>
              <a:ext uri="{FF2B5EF4-FFF2-40B4-BE49-F238E27FC236}">
                <a16:creationId xmlns:a16="http://schemas.microsoft.com/office/drawing/2014/main" id="{641FE4E5-9F28-5CA4-4171-4348FDD02B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6012977"/>
            <a:ext cx="4635500" cy="430887"/>
          </a:xfrm>
          <a:noFill/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 /00 /2025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AB216257-EA48-1DC2-6DE9-9D1713C472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51386" y="238590"/>
            <a:ext cx="2491422" cy="99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70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5">
    <p:bg>
      <p:bgPr>
        <a:solidFill>
          <a:srgbClr val="5E2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8FEBBC6-406B-2C7C-B437-7D1EDD21DE3C}"/>
              </a:ext>
            </a:extLst>
          </p:cNvPr>
          <p:cNvSpPr>
            <a:spLocks/>
          </p:cNvSpPr>
          <p:nvPr userDrawn="1"/>
        </p:nvSpPr>
        <p:spPr>
          <a:xfrm>
            <a:off x="-109631" y="-208547"/>
            <a:ext cx="12301631" cy="7283115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61" name="Espaço Reservado para Imagem 60">
            <a:extLst>
              <a:ext uri="{FF2B5EF4-FFF2-40B4-BE49-F238E27FC236}">
                <a16:creationId xmlns:a16="http://schemas.microsoft.com/office/drawing/2014/main" id="{5D609A34-AC71-F087-AC35-BB8ED25759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22975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77" name="Forma Livre 76">
            <a:extLst>
              <a:ext uri="{FF2B5EF4-FFF2-40B4-BE49-F238E27FC236}">
                <a16:creationId xmlns:a16="http://schemas.microsoft.com/office/drawing/2014/main" id="{640C2112-3BEA-DF2F-0E8D-E69542A3B464}"/>
              </a:ext>
            </a:extLst>
          </p:cNvPr>
          <p:cNvSpPr/>
          <p:nvPr userDrawn="1"/>
        </p:nvSpPr>
        <p:spPr>
          <a:xfrm flipH="1">
            <a:off x="3283288" y="-351294"/>
            <a:ext cx="888" cy="4887"/>
          </a:xfrm>
          <a:custGeom>
            <a:avLst/>
            <a:gdLst>
              <a:gd name="connsiteX0" fmla="*/ 388 w 888"/>
              <a:gd name="connsiteY0" fmla="*/ 0 h 4887"/>
              <a:gd name="connsiteX1" fmla="*/ 0 w 888"/>
              <a:gd name="connsiteY1" fmla="*/ 0 h 4887"/>
              <a:gd name="connsiteX2" fmla="*/ 611 w 888"/>
              <a:gd name="connsiteY2" fmla="*/ 4887 h 4887"/>
              <a:gd name="connsiteX3" fmla="*/ 666 w 888"/>
              <a:gd name="connsiteY3" fmla="*/ 4831 h 4887"/>
              <a:gd name="connsiteX4" fmla="*/ 888 w 888"/>
              <a:gd name="connsiteY4" fmla="*/ 1999 h 4887"/>
              <a:gd name="connsiteX5" fmla="*/ 388 w 888"/>
              <a:gd name="connsiteY5" fmla="*/ 0 h 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" h="4887">
                <a:moveTo>
                  <a:pt x="388" y="0"/>
                </a:moveTo>
                <a:lnTo>
                  <a:pt x="0" y="0"/>
                </a:lnTo>
                <a:cubicBezTo>
                  <a:pt x="278" y="1611"/>
                  <a:pt x="388" y="3277"/>
                  <a:pt x="611" y="4887"/>
                </a:cubicBezTo>
                <a:lnTo>
                  <a:pt x="666" y="4831"/>
                </a:lnTo>
                <a:cubicBezTo>
                  <a:pt x="722" y="3887"/>
                  <a:pt x="833" y="2943"/>
                  <a:pt x="888" y="1999"/>
                </a:cubicBezTo>
                <a:cubicBezTo>
                  <a:pt x="722" y="1333"/>
                  <a:pt x="556" y="667"/>
                  <a:pt x="388" y="0"/>
                </a:cubicBezTo>
                <a:close/>
              </a:path>
            </a:pathLst>
          </a:custGeom>
          <a:solidFill>
            <a:schemeClr val="tx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81" name="Forma Livre 80">
            <a:extLst>
              <a:ext uri="{FF2B5EF4-FFF2-40B4-BE49-F238E27FC236}">
                <a16:creationId xmlns:a16="http://schemas.microsoft.com/office/drawing/2014/main" id="{37491C44-9693-096E-AB81-ED8739A76133}"/>
              </a:ext>
            </a:extLst>
          </p:cNvPr>
          <p:cNvSpPr/>
          <p:nvPr userDrawn="1"/>
        </p:nvSpPr>
        <p:spPr>
          <a:xfrm flipH="1">
            <a:off x="-274300" y="-337006"/>
            <a:ext cx="889" cy="4887"/>
          </a:xfrm>
          <a:custGeom>
            <a:avLst/>
            <a:gdLst>
              <a:gd name="connsiteX0" fmla="*/ 389 w 889"/>
              <a:gd name="connsiteY0" fmla="*/ 0 h 4887"/>
              <a:gd name="connsiteX1" fmla="*/ 0 w 889"/>
              <a:gd name="connsiteY1" fmla="*/ 0 h 4887"/>
              <a:gd name="connsiteX2" fmla="*/ 611 w 889"/>
              <a:gd name="connsiteY2" fmla="*/ 4887 h 4887"/>
              <a:gd name="connsiteX3" fmla="*/ 666 w 889"/>
              <a:gd name="connsiteY3" fmla="*/ 4831 h 4887"/>
              <a:gd name="connsiteX4" fmla="*/ 889 w 889"/>
              <a:gd name="connsiteY4" fmla="*/ 1999 h 4887"/>
              <a:gd name="connsiteX5" fmla="*/ 389 w 889"/>
              <a:gd name="connsiteY5" fmla="*/ 0 h 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9" h="4887">
                <a:moveTo>
                  <a:pt x="389" y="0"/>
                </a:moveTo>
                <a:lnTo>
                  <a:pt x="0" y="0"/>
                </a:lnTo>
                <a:cubicBezTo>
                  <a:pt x="278" y="1611"/>
                  <a:pt x="389" y="3277"/>
                  <a:pt x="611" y="4887"/>
                </a:cubicBezTo>
                <a:lnTo>
                  <a:pt x="666" y="4831"/>
                </a:lnTo>
                <a:cubicBezTo>
                  <a:pt x="722" y="3887"/>
                  <a:pt x="833" y="2943"/>
                  <a:pt x="889" y="1999"/>
                </a:cubicBezTo>
                <a:cubicBezTo>
                  <a:pt x="722" y="1333"/>
                  <a:pt x="556" y="667"/>
                  <a:pt x="389" y="0"/>
                </a:cubicBezTo>
                <a:close/>
              </a:path>
            </a:pathLst>
          </a:custGeom>
          <a:solidFill>
            <a:schemeClr val="tx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56" name="Espaço Reservado para Texto 40">
            <a:extLst>
              <a:ext uri="{FF2B5EF4-FFF2-40B4-BE49-F238E27FC236}">
                <a16:creationId xmlns:a16="http://schemas.microsoft.com/office/drawing/2014/main" id="{E15D6B3F-B808-ACFA-46E0-A6949B9A4D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6582" y="6233652"/>
            <a:ext cx="1979613" cy="32732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pt-BR"/>
              <a:t>Fórum XXX</a:t>
            </a:r>
          </a:p>
        </p:txBody>
      </p:sp>
      <p:sp>
        <p:nvSpPr>
          <p:cNvPr id="57" name="Espaço Reservado para Texto 40">
            <a:extLst>
              <a:ext uri="{FF2B5EF4-FFF2-40B4-BE49-F238E27FC236}">
                <a16:creationId xmlns:a16="http://schemas.microsoft.com/office/drawing/2014/main" id="{92DF2F22-2CB5-34B0-C164-C9FAEB5324D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70581" y="6233651"/>
            <a:ext cx="1979613" cy="3273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/>
            <a:r>
              <a:rPr lang="pt-BR" err="1"/>
              <a:t>dd</a:t>
            </a:r>
            <a:r>
              <a:rPr lang="pt-BR"/>
              <a:t>/mm/</a:t>
            </a:r>
            <a:r>
              <a:rPr lang="pt-BR" err="1"/>
              <a:t>aaaa</a:t>
            </a:r>
            <a:endParaRPr lang="pt-BR"/>
          </a:p>
        </p:txBody>
      </p:sp>
      <p:sp>
        <p:nvSpPr>
          <p:cNvPr id="58" name="Espaço Reservado para Texto 31">
            <a:extLst>
              <a:ext uri="{FF2B5EF4-FFF2-40B4-BE49-F238E27FC236}">
                <a16:creationId xmlns:a16="http://schemas.microsoft.com/office/drawing/2014/main" id="{84FDDE17-14CE-C7B9-9921-23379628F6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0506" y="3095869"/>
            <a:ext cx="5156994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pt-BR" sz="4400" b="1" dirty="0"/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Título da Apresentação</a:t>
            </a:r>
          </a:p>
        </p:txBody>
      </p:sp>
      <p:sp>
        <p:nvSpPr>
          <p:cNvPr id="59" name="Espaço Reservado para Texto 34">
            <a:extLst>
              <a:ext uri="{FF2B5EF4-FFF2-40B4-BE49-F238E27FC236}">
                <a16:creationId xmlns:a16="http://schemas.microsoft.com/office/drawing/2014/main" id="{773A27DE-25AC-F035-A37D-5F0CAB41B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0506" y="4404025"/>
            <a:ext cx="5156994" cy="48564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marL="0" indent="0">
              <a:buNone/>
              <a:defRPr lang="pt-BR" dirty="0"/>
            </a:lvl1pPr>
          </a:lstStyle>
          <a:p>
            <a:pPr marL="0" lvl="0">
              <a:lnSpc>
                <a:spcPts val="4220"/>
              </a:lnSpc>
            </a:pPr>
            <a:r>
              <a:rPr lang="pt-BR" sz="2800"/>
              <a:t>Subtítulo</a:t>
            </a:r>
          </a:p>
        </p:txBody>
      </p:sp>
      <p:pic>
        <p:nvPicPr>
          <p:cNvPr id="40" name="Imagem 39">
            <a:extLst>
              <a:ext uri="{FF2B5EF4-FFF2-40B4-BE49-F238E27FC236}">
                <a16:creationId xmlns:a16="http://schemas.microsoft.com/office/drawing/2014/main" id="{3A470FE9-64DA-1EA2-5D56-45463902FF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725" b="30512"/>
          <a:stretch>
            <a:fillRect/>
          </a:stretch>
        </p:blipFill>
        <p:spPr>
          <a:xfrm>
            <a:off x="9479653" y="455766"/>
            <a:ext cx="2333806" cy="7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8569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spaço Reservado para Imagem 60">
            <a:extLst>
              <a:ext uri="{FF2B5EF4-FFF2-40B4-BE49-F238E27FC236}">
                <a16:creationId xmlns:a16="http://schemas.microsoft.com/office/drawing/2014/main" id="{5D609A34-AC71-F087-AC35-BB8ED25759E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113" y="0"/>
            <a:ext cx="6011862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77" name="Forma Livre 76">
            <a:extLst>
              <a:ext uri="{FF2B5EF4-FFF2-40B4-BE49-F238E27FC236}">
                <a16:creationId xmlns:a16="http://schemas.microsoft.com/office/drawing/2014/main" id="{640C2112-3BEA-DF2F-0E8D-E69542A3B464}"/>
              </a:ext>
            </a:extLst>
          </p:cNvPr>
          <p:cNvSpPr/>
          <p:nvPr userDrawn="1"/>
        </p:nvSpPr>
        <p:spPr>
          <a:xfrm flipH="1">
            <a:off x="3283288" y="-351294"/>
            <a:ext cx="888" cy="4887"/>
          </a:xfrm>
          <a:custGeom>
            <a:avLst/>
            <a:gdLst>
              <a:gd name="connsiteX0" fmla="*/ 388 w 888"/>
              <a:gd name="connsiteY0" fmla="*/ 0 h 4887"/>
              <a:gd name="connsiteX1" fmla="*/ 0 w 888"/>
              <a:gd name="connsiteY1" fmla="*/ 0 h 4887"/>
              <a:gd name="connsiteX2" fmla="*/ 611 w 888"/>
              <a:gd name="connsiteY2" fmla="*/ 4887 h 4887"/>
              <a:gd name="connsiteX3" fmla="*/ 666 w 888"/>
              <a:gd name="connsiteY3" fmla="*/ 4831 h 4887"/>
              <a:gd name="connsiteX4" fmla="*/ 888 w 888"/>
              <a:gd name="connsiteY4" fmla="*/ 1999 h 4887"/>
              <a:gd name="connsiteX5" fmla="*/ 388 w 888"/>
              <a:gd name="connsiteY5" fmla="*/ 0 h 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" h="4887">
                <a:moveTo>
                  <a:pt x="388" y="0"/>
                </a:moveTo>
                <a:lnTo>
                  <a:pt x="0" y="0"/>
                </a:lnTo>
                <a:cubicBezTo>
                  <a:pt x="278" y="1611"/>
                  <a:pt x="388" y="3277"/>
                  <a:pt x="611" y="4887"/>
                </a:cubicBezTo>
                <a:lnTo>
                  <a:pt x="666" y="4831"/>
                </a:lnTo>
                <a:cubicBezTo>
                  <a:pt x="722" y="3887"/>
                  <a:pt x="833" y="2943"/>
                  <a:pt x="888" y="1999"/>
                </a:cubicBezTo>
                <a:cubicBezTo>
                  <a:pt x="722" y="1333"/>
                  <a:pt x="556" y="667"/>
                  <a:pt x="388" y="0"/>
                </a:cubicBezTo>
                <a:close/>
              </a:path>
            </a:pathLst>
          </a:custGeom>
          <a:solidFill>
            <a:schemeClr val="tx1"/>
          </a:solidFill>
          <a:ln w="19050" cap="flat">
            <a:solidFill>
              <a:schemeClr val="tx1"/>
            </a:solidFill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84" name="Espaço Reservado para Texto 83">
            <a:extLst>
              <a:ext uri="{FF2B5EF4-FFF2-40B4-BE49-F238E27FC236}">
                <a16:creationId xmlns:a16="http://schemas.microsoft.com/office/drawing/2014/main" id="{9E5C31DB-0584-CE90-9B8B-64E87C116A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6298" y="513925"/>
            <a:ext cx="1776677" cy="3552852"/>
          </a:xfrm>
          <a:custGeom>
            <a:avLst/>
            <a:gdLst>
              <a:gd name="connsiteX0" fmla="*/ 962238 w 1776677"/>
              <a:gd name="connsiteY0" fmla="*/ 885506 h 3552852"/>
              <a:gd name="connsiteX1" fmla="*/ 962848 w 1776677"/>
              <a:gd name="connsiteY1" fmla="*/ 890392 h 3552852"/>
              <a:gd name="connsiteX2" fmla="*/ 962904 w 1776677"/>
              <a:gd name="connsiteY2" fmla="*/ 890337 h 3552852"/>
              <a:gd name="connsiteX3" fmla="*/ 963126 w 1776677"/>
              <a:gd name="connsiteY3" fmla="*/ 887505 h 3552852"/>
              <a:gd name="connsiteX4" fmla="*/ 962626 w 1776677"/>
              <a:gd name="connsiteY4" fmla="*/ 885506 h 3552852"/>
              <a:gd name="connsiteX5" fmla="*/ 1776677 w 1776677"/>
              <a:gd name="connsiteY5" fmla="*/ 0 h 3552852"/>
              <a:gd name="connsiteX6" fmla="*/ 1776677 w 1776677"/>
              <a:gd name="connsiteY6" fmla="*/ 1776398 h 3552852"/>
              <a:gd name="connsiteX7" fmla="*/ 1151342 w 1776677"/>
              <a:gd name="connsiteY7" fmla="*/ 2039402 h 3552852"/>
              <a:gd name="connsiteX8" fmla="*/ 615397 w 1776677"/>
              <a:gd name="connsiteY8" fmla="*/ 3288294 h 3552852"/>
              <a:gd name="connsiteX9" fmla="*/ 0 w 1776677"/>
              <a:gd name="connsiteY9" fmla="*/ 3552852 h 3552852"/>
              <a:gd name="connsiteX10" fmla="*/ 0 w 1776677"/>
              <a:gd name="connsiteY10" fmla="*/ 1802160 h 3552852"/>
              <a:gd name="connsiteX11" fmla="*/ 625335 w 1776677"/>
              <a:gd name="connsiteY11" fmla="*/ 1513394 h 3552852"/>
              <a:gd name="connsiteX12" fmla="*/ 1161280 w 1776677"/>
              <a:gd name="connsiteY12" fmla="*/ 264558 h 3552852"/>
              <a:gd name="connsiteX13" fmla="*/ 1776677 w 1776677"/>
              <a:gd name="connsiteY13" fmla="*/ 0 h 355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76677" h="3552852">
                <a:moveTo>
                  <a:pt x="962238" y="885506"/>
                </a:moveTo>
                <a:cubicBezTo>
                  <a:pt x="962515" y="887117"/>
                  <a:pt x="962626" y="888782"/>
                  <a:pt x="962848" y="890392"/>
                </a:cubicBezTo>
                <a:lnTo>
                  <a:pt x="962904" y="890337"/>
                </a:lnTo>
                <a:cubicBezTo>
                  <a:pt x="962959" y="889393"/>
                  <a:pt x="963070" y="888449"/>
                  <a:pt x="963126" y="887505"/>
                </a:cubicBezTo>
                <a:cubicBezTo>
                  <a:pt x="962959" y="886839"/>
                  <a:pt x="962793" y="886173"/>
                  <a:pt x="962626" y="885506"/>
                </a:cubicBezTo>
                <a:close/>
                <a:moveTo>
                  <a:pt x="1776677" y="0"/>
                </a:moveTo>
                <a:lnTo>
                  <a:pt x="1776677" y="1776398"/>
                </a:lnTo>
                <a:cubicBezTo>
                  <a:pt x="1569028" y="1812765"/>
                  <a:pt x="1354328" y="1836416"/>
                  <a:pt x="1151342" y="2039402"/>
                </a:cubicBezTo>
                <a:cubicBezTo>
                  <a:pt x="729715" y="2461085"/>
                  <a:pt x="970510" y="2933181"/>
                  <a:pt x="615397" y="3288294"/>
                </a:cubicBezTo>
                <a:cubicBezTo>
                  <a:pt x="463658" y="3439978"/>
                  <a:pt x="240795" y="3551187"/>
                  <a:pt x="0" y="3552852"/>
                </a:cubicBezTo>
                <a:lnTo>
                  <a:pt x="0" y="1802160"/>
                </a:lnTo>
                <a:cubicBezTo>
                  <a:pt x="207705" y="1765794"/>
                  <a:pt x="422350" y="1716380"/>
                  <a:pt x="625335" y="1513394"/>
                </a:cubicBezTo>
                <a:cubicBezTo>
                  <a:pt x="1046963" y="1091767"/>
                  <a:pt x="806167" y="619671"/>
                  <a:pt x="1161280" y="264558"/>
                </a:cubicBezTo>
                <a:cubicBezTo>
                  <a:pt x="1313020" y="112874"/>
                  <a:pt x="1535882" y="1666"/>
                  <a:pt x="1776677" y="0"/>
                </a:cubicBezTo>
                <a:close/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Fórum</a:t>
            </a:r>
          </a:p>
        </p:txBody>
      </p:sp>
      <p:sp>
        <p:nvSpPr>
          <p:cNvPr id="85" name="Espaço Reservado para Texto 84">
            <a:extLst>
              <a:ext uri="{FF2B5EF4-FFF2-40B4-BE49-F238E27FC236}">
                <a16:creationId xmlns:a16="http://schemas.microsoft.com/office/drawing/2014/main" id="{79C8143A-50B0-4462-B1F2-C43FC0621E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69621" y="1"/>
            <a:ext cx="1776928" cy="2316427"/>
          </a:xfrm>
          <a:custGeom>
            <a:avLst/>
            <a:gdLst>
              <a:gd name="connsiteX0" fmla="*/ 0 w 1776928"/>
              <a:gd name="connsiteY0" fmla="*/ 0 h 2316427"/>
              <a:gd name="connsiteX1" fmla="*/ 960308 w 1776928"/>
              <a:gd name="connsiteY1" fmla="*/ 0 h 2316427"/>
              <a:gd name="connsiteX2" fmla="*/ 975885 w 1776928"/>
              <a:gd name="connsiteY2" fmla="*/ 35263 h 2316427"/>
              <a:gd name="connsiteX3" fmla="*/ 1151505 w 1776928"/>
              <a:gd name="connsiteY3" fmla="*/ 276682 h 2316427"/>
              <a:gd name="connsiteX4" fmla="*/ 1776928 w 1776928"/>
              <a:gd name="connsiteY4" fmla="*/ 565488 h 2316427"/>
              <a:gd name="connsiteX5" fmla="*/ 1776928 w 1776928"/>
              <a:gd name="connsiteY5" fmla="*/ 2316427 h 2316427"/>
              <a:gd name="connsiteX6" fmla="*/ 1161444 w 1776928"/>
              <a:gd name="connsiteY6" fmla="*/ 2051832 h 2316427"/>
              <a:gd name="connsiteX7" fmla="*/ 625423 w 1776928"/>
              <a:gd name="connsiteY7" fmla="*/ 802764 h 2316427"/>
              <a:gd name="connsiteX8" fmla="*/ 0 w 1776928"/>
              <a:gd name="connsiteY8" fmla="*/ 539723 h 231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6928" h="2316427">
                <a:moveTo>
                  <a:pt x="0" y="0"/>
                </a:moveTo>
                <a:lnTo>
                  <a:pt x="960308" y="0"/>
                </a:lnTo>
                <a:lnTo>
                  <a:pt x="975885" y="35263"/>
                </a:lnTo>
                <a:cubicBezTo>
                  <a:pt x="1016664" y="116775"/>
                  <a:pt x="1072439" y="197616"/>
                  <a:pt x="1151505" y="276682"/>
                </a:cubicBezTo>
                <a:cubicBezTo>
                  <a:pt x="1354519" y="479696"/>
                  <a:pt x="1569194" y="529117"/>
                  <a:pt x="1776928" y="565488"/>
                </a:cubicBezTo>
                <a:lnTo>
                  <a:pt x="1776928" y="2316427"/>
                </a:lnTo>
                <a:cubicBezTo>
                  <a:pt x="1536099" y="2314761"/>
                  <a:pt x="1313205" y="2203537"/>
                  <a:pt x="1161444" y="2051832"/>
                </a:cubicBezTo>
                <a:cubicBezTo>
                  <a:pt x="806281" y="1696669"/>
                  <a:pt x="1047110" y="1224506"/>
                  <a:pt x="625423" y="802764"/>
                </a:cubicBezTo>
                <a:cubicBezTo>
                  <a:pt x="422409" y="599749"/>
                  <a:pt x="207678" y="576095"/>
                  <a:pt x="0" y="539723"/>
                </a:cubicBezTo>
                <a:close/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Fórum</a:t>
            </a:r>
          </a:p>
        </p:txBody>
      </p:sp>
      <p:sp>
        <p:nvSpPr>
          <p:cNvPr id="86" name="Espaço Reservado para Texto 85">
            <a:extLst>
              <a:ext uri="{FF2B5EF4-FFF2-40B4-BE49-F238E27FC236}">
                <a16:creationId xmlns:a16="http://schemas.microsoft.com/office/drawing/2014/main" id="{C54D980A-EDFF-6538-B3BF-F179BA4963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855" y="535357"/>
            <a:ext cx="1776677" cy="3552852"/>
          </a:xfrm>
          <a:custGeom>
            <a:avLst/>
            <a:gdLst>
              <a:gd name="connsiteX0" fmla="*/ 962237 w 1776677"/>
              <a:gd name="connsiteY0" fmla="*/ 885506 h 3552852"/>
              <a:gd name="connsiteX1" fmla="*/ 962848 w 1776677"/>
              <a:gd name="connsiteY1" fmla="*/ 890392 h 3552852"/>
              <a:gd name="connsiteX2" fmla="*/ 962904 w 1776677"/>
              <a:gd name="connsiteY2" fmla="*/ 890337 h 3552852"/>
              <a:gd name="connsiteX3" fmla="*/ 963126 w 1776677"/>
              <a:gd name="connsiteY3" fmla="*/ 887505 h 3552852"/>
              <a:gd name="connsiteX4" fmla="*/ 962626 w 1776677"/>
              <a:gd name="connsiteY4" fmla="*/ 885506 h 3552852"/>
              <a:gd name="connsiteX5" fmla="*/ 1776677 w 1776677"/>
              <a:gd name="connsiteY5" fmla="*/ 0 h 3552852"/>
              <a:gd name="connsiteX6" fmla="*/ 1776677 w 1776677"/>
              <a:gd name="connsiteY6" fmla="*/ 1776398 h 3552852"/>
              <a:gd name="connsiteX7" fmla="*/ 1151342 w 1776677"/>
              <a:gd name="connsiteY7" fmla="*/ 2039402 h 3552852"/>
              <a:gd name="connsiteX8" fmla="*/ 615397 w 1776677"/>
              <a:gd name="connsiteY8" fmla="*/ 3288294 h 3552852"/>
              <a:gd name="connsiteX9" fmla="*/ 0 w 1776677"/>
              <a:gd name="connsiteY9" fmla="*/ 3552852 h 3552852"/>
              <a:gd name="connsiteX10" fmla="*/ 0 w 1776677"/>
              <a:gd name="connsiteY10" fmla="*/ 1802160 h 3552852"/>
              <a:gd name="connsiteX11" fmla="*/ 625335 w 1776677"/>
              <a:gd name="connsiteY11" fmla="*/ 1513394 h 3552852"/>
              <a:gd name="connsiteX12" fmla="*/ 1161280 w 1776677"/>
              <a:gd name="connsiteY12" fmla="*/ 264558 h 3552852"/>
              <a:gd name="connsiteX13" fmla="*/ 1776677 w 1776677"/>
              <a:gd name="connsiteY13" fmla="*/ 0 h 355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776677" h="3552852">
                <a:moveTo>
                  <a:pt x="962237" y="885506"/>
                </a:moveTo>
                <a:cubicBezTo>
                  <a:pt x="962515" y="887117"/>
                  <a:pt x="962626" y="888782"/>
                  <a:pt x="962848" y="890392"/>
                </a:cubicBezTo>
                <a:lnTo>
                  <a:pt x="962904" y="890337"/>
                </a:lnTo>
                <a:cubicBezTo>
                  <a:pt x="962959" y="889393"/>
                  <a:pt x="963070" y="888449"/>
                  <a:pt x="963126" y="887505"/>
                </a:cubicBezTo>
                <a:cubicBezTo>
                  <a:pt x="962959" y="886839"/>
                  <a:pt x="962793" y="886173"/>
                  <a:pt x="962626" y="885506"/>
                </a:cubicBezTo>
                <a:close/>
                <a:moveTo>
                  <a:pt x="1776677" y="0"/>
                </a:moveTo>
                <a:lnTo>
                  <a:pt x="1776677" y="1776398"/>
                </a:lnTo>
                <a:cubicBezTo>
                  <a:pt x="1569028" y="1812765"/>
                  <a:pt x="1354328" y="1836417"/>
                  <a:pt x="1151342" y="2039402"/>
                </a:cubicBezTo>
                <a:cubicBezTo>
                  <a:pt x="729715" y="2461085"/>
                  <a:pt x="970510" y="2933181"/>
                  <a:pt x="615397" y="3288294"/>
                </a:cubicBezTo>
                <a:cubicBezTo>
                  <a:pt x="463657" y="3439978"/>
                  <a:pt x="240795" y="3551187"/>
                  <a:pt x="0" y="3552852"/>
                </a:cubicBezTo>
                <a:lnTo>
                  <a:pt x="0" y="1802160"/>
                </a:lnTo>
                <a:cubicBezTo>
                  <a:pt x="207704" y="1765794"/>
                  <a:pt x="422349" y="1716380"/>
                  <a:pt x="625335" y="1513394"/>
                </a:cubicBezTo>
                <a:cubicBezTo>
                  <a:pt x="1046962" y="1091767"/>
                  <a:pt x="806167" y="619671"/>
                  <a:pt x="1161280" y="264558"/>
                </a:cubicBezTo>
                <a:cubicBezTo>
                  <a:pt x="1313020" y="112874"/>
                  <a:pt x="1535882" y="1666"/>
                  <a:pt x="1776677" y="0"/>
                </a:cubicBezTo>
                <a:close/>
              </a:path>
            </a:pathLst>
          </a:custGeom>
          <a:ln w="12700">
            <a:solidFill>
              <a:schemeClr val="tx1"/>
            </a:solidFill>
          </a:ln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Fórum</a:t>
            </a:r>
          </a:p>
        </p:txBody>
      </p:sp>
      <p:sp>
        <p:nvSpPr>
          <p:cNvPr id="87" name="Espaço Reservado para Texto 86">
            <a:extLst>
              <a:ext uri="{FF2B5EF4-FFF2-40B4-BE49-F238E27FC236}">
                <a16:creationId xmlns:a16="http://schemas.microsoft.com/office/drawing/2014/main" id="{35E650F7-F041-CD21-8C17-B8BE899CBC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" y="220329"/>
            <a:ext cx="688961" cy="2110387"/>
          </a:xfrm>
          <a:custGeom>
            <a:avLst/>
            <a:gdLst>
              <a:gd name="connsiteX0" fmla="*/ 0 w 688961"/>
              <a:gd name="connsiteY0" fmla="*/ 0 h 2110387"/>
              <a:gd name="connsiteX1" fmla="*/ 63538 w 688961"/>
              <a:gd name="connsiteY1" fmla="*/ 70642 h 2110387"/>
              <a:gd name="connsiteX2" fmla="*/ 688961 w 688961"/>
              <a:gd name="connsiteY2" fmla="*/ 359448 h 2110387"/>
              <a:gd name="connsiteX3" fmla="*/ 688961 w 688961"/>
              <a:gd name="connsiteY3" fmla="*/ 2110387 h 2110387"/>
              <a:gd name="connsiteX4" fmla="*/ 73477 w 688961"/>
              <a:gd name="connsiteY4" fmla="*/ 1845792 h 2110387"/>
              <a:gd name="connsiteX5" fmla="*/ 13561 w 688961"/>
              <a:gd name="connsiteY5" fmla="*/ 1777869 h 2110387"/>
              <a:gd name="connsiteX6" fmla="*/ 0 w 688961"/>
              <a:gd name="connsiteY6" fmla="*/ 1757887 h 2110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8961" h="2110387">
                <a:moveTo>
                  <a:pt x="0" y="0"/>
                </a:moveTo>
                <a:lnTo>
                  <a:pt x="63538" y="70642"/>
                </a:lnTo>
                <a:cubicBezTo>
                  <a:pt x="266552" y="273656"/>
                  <a:pt x="481227" y="323077"/>
                  <a:pt x="688961" y="359448"/>
                </a:cubicBezTo>
                <a:lnTo>
                  <a:pt x="688961" y="2110387"/>
                </a:lnTo>
                <a:cubicBezTo>
                  <a:pt x="448132" y="2108721"/>
                  <a:pt x="225238" y="1997497"/>
                  <a:pt x="73477" y="1845792"/>
                </a:cubicBezTo>
                <a:cubicBezTo>
                  <a:pt x="51279" y="1823594"/>
                  <a:pt x="31410" y="1800940"/>
                  <a:pt x="13561" y="1777869"/>
                </a:cubicBezTo>
                <a:lnTo>
                  <a:pt x="0" y="1757887"/>
                </a:lnTo>
                <a:close/>
              </a:path>
            </a:pathLst>
          </a:custGeom>
          <a:ln>
            <a:solidFill>
              <a:schemeClr val="tx1"/>
            </a:solidFill>
          </a:ln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Fórum</a:t>
            </a:r>
          </a:p>
        </p:txBody>
      </p:sp>
      <p:sp>
        <p:nvSpPr>
          <p:cNvPr id="3" name="Espaço Reservado para Texto 40">
            <a:extLst>
              <a:ext uri="{FF2B5EF4-FFF2-40B4-BE49-F238E27FC236}">
                <a16:creationId xmlns:a16="http://schemas.microsoft.com/office/drawing/2014/main" id="{C0DA085E-3CE7-0E91-C0D6-C93EFA49C8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6582" y="6233652"/>
            <a:ext cx="1979613" cy="32732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pt-BR"/>
              <a:t>Fórum XXX</a:t>
            </a:r>
          </a:p>
        </p:txBody>
      </p:sp>
      <p:sp>
        <p:nvSpPr>
          <p:cNvPr id="4" name="Espaço Reservado para Texto 40">
            <a:extLst>
              <a:ext uri="{FF2B5EF4-FFF2-40B4-BE49-F238E27FC236}">
                <a16:creationId xmlns:a16="http://schemas.microsoft.com/office/drawing/2014/main" id="{B85EA6C9-E043-698D-B85F-B61371FEB2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70581" y="6233651"/>
            <a:ext cx="1979613" cy="3273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r">
              <a:buNone/>
              <a:defRPr sz="1600"/>
            </a:lvl1pPr>
          </a:lstStyle>
          <a:p>
            <a:pPr lvl="0"/>
            <a:r>
              <a:rPr lang="pt-BR" err="1"/>
              <a:t>dd</a:t>
            </a:r>
            <a:r>
              <a:rPr lang="pt-BR"/>
              <a:t>/mm/</a:t>
            </a:r>
            <a:r>
              <a:rPr lang="pt-BR" err="1"/>
              <a:t>aaaa</a:t>
            </a:r>
            <a:endParaRPr lang="pt-BR"/>
          </a:p>
        </p:txBody>
      </p:sp>
      <p:sp>
        <p:nvSpPr>
          <p:cNvPr id="5" name="Espaço Reservado para Texto 31">
            <a:extLst>
              <a:ext uri="{FF2B5EF4-FFF2-40B4-BE49-F238E27FC236}">
                <a16:creationId xmlns:a16="http://schemas.microsoft.com/office/drawing/2014/main" id="{BFF56EC9-AD17-B32D-C782-C6E820BD82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590506" y="3095869"/>
            <a:ext cx="5156994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>
              <a:buNone/>
              <a:defRPr lang="pt-BR" sz="4400" b="1" dirty="0"/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Título da Apresentação</a:t>
            </a:r>
          </a:p>
        </p:txBody>
      </p:sp>
      <p:sp>
        <p:nvSpPr>
          <p:cNvPr id="6" name="Espaço Reservado para Texto 34">
            <a:extLst>
              <a:ext uri="{FF2B5EF4-FFF2-40B4-BE49-F238E27FC236}">
                <a16:creationId xmlns:a16="http://schemas.microsoft.com/office/drawing/2014/main" id="{C6F8A81A-B06B-3D74-5521-6104CE29AE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90506" y="4404025"/>
            <a:ext cx="5156994" cy="48564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dirty="0"/>
            </a:lvl1pPr>
          </a:lstStyle>
          <a:p>
            <a:pPr marL="0" lvl="0">
              <a:lnSpc>
                <a:spcPts val="4220"/>
              </a:lnSpc>
            </a:pPr>
            <a:r>
              <a:rPr lang="pt-BR" sz="2800" dirty="0"/>
              <a:t>Subtítulo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6A0C2F34-7F04-6591-4123-570CF8D570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3221" y="187219"/>
            <a:ext cx="3331232" cy="132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749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Espaço Reservado para Imagem 79">
            <a:extLst>
              <a:ext uri="{FF2B5EF4-FFF2-40B4-BE49-F238E27FC236}">
                <a16:creationId xmlns:a16="http://schemas.microsoft.com/office/drawing/2014/main" id="{1907F42B-9513-A48D-62AB-8A8C872BBEA8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1113" y="0"/>
            <a:ext cx="10243288" cy="6858000"/>
          </a:xfrm>
          <a:custGeom>
            <a:avLst/>
            <a:gdLst>
              <a:gd name="connsiteX0" fmla="*/ 3302607 w 10243288"/>
              <a:gd name="connsiteY0" fmla="*/ 0 h 6858000"/>
              <a:gd name="connsiteX1" fmla="*/ 3418254 w 10243288"/>
              <a:gd name="connsiteY1" fmla="*/ 0 h 6858000"/>
              <a:gd name="connsiteX2" fmla="*/ 3418254 w 10243288"/>
              <a:gd name="connsiteY2" fmla="*/ 8483 h 6858000"/>
              <a:gd name="connsiteX3" fmla="*/ 4621416 w 10243288"/>
              <a:gd name="connsiteY3" fmla="*/ 516530 h 6858000"/>
              <a:gd name="connsiteX4" fmla="*/ 5652453 w 10243288"/>
              <a:gd name="connsiteY4" fmla="*/ 2927266 h 6858000"/>
              <a:gd name="connsiteX5" fmla="*/ 6836512 w 10243288"/>
              <a:gd name="connsiteY5" fmla="*/ 3438071 h 6858000"/>
              <a:gd name="connsiteX6" fmla="*/ 6836512 w 10243288"/>
              <a:gd name="connsiteY6" fmla="*/ 1460500 h 6858000"/>
              <a:gd name="connsiteX7" fmla="*/ 6836513 w 10243288"/>
              <a:gd name="connsiteY7" fmla="*/ 1460500 h 6858000"/>
              <a:gd name="connsiteX8" fmla="*/ 6836513 w 10243288"/>
              <a:gd name="connsiteY8" fmla="*/ 0 h 6858000"/>
              <a:gd name="connsiteX9" fmla="*/ 10243288 w 10243288"/>
              <a:gd name="connsiteY9" fmla="*/ 0 h 6858000"/>
              <a:gd name="connsiteX10" fmla="*/ 6940681 w 10243288"/>
              <a:gd name="connsiteY10" fmla="*/ 6858000 h 6858000"/>
              <a:gd name="connsiteX11" fmla="*/ 6633260 w 10243288"/>
              <a:gd name="connsiteY11" fmla="*/ 6858000 h 6858000"/>
              <a:gd name="connsiteX12" fmla="*/ 6537637 w 10243288"/>
              <a:gd name="connsiteY12" fmla="*/ 6846843 h 6858000"/>
              <a:gd name="connsiteX13" fmla="*/ 5622610 w 10243288"/>
              <a:gd name="connsiteY13" fmla="*/ 6358242 h 6858000"/>
              <a:gd name="connsiteX14" fmla="*/ 4595037 w 10243288"/>
              <a:gd name="connsiteY14" fmla="*/ 3939037 h 6858000"/>
              <a:gd name="connsiteX15" fmla="*/ 3414956 w 10243288"/>
              <a:gd name="connsiteY15" fmla="*/ 3426435 h 6858000"/>
              <a:gd name="connsiteX16" fmla="*/ 3414956 w 10243288"/>
              <a:gd name="connsiteY16" fmla="*/ 6858000 h 6858000"/>
              <a:gd name="connsiteX17" fmla="*/ 0 w 10243288"/>
              <a:gd name="connsiteY1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0243288" h="6858000">
                <a:moveTo>
                  <a:pt x="3302607" y="0"/>
                </a:moveTo>
                <a:lnTo>
                  <a:pt x="3418254" y="0"/>
                </a:lnTo>
                <a:lnTo>
                  <a:pt x="3418254" y="8483"/>
                </a:lnTo>
                <a:cubicBezTo>
                  <a:pt x="3819917" y="8483"/>
                  <a:pt x="4230696" y="124316"/>
                  <a:pt x="4621416" y="516530"/>
                </a:cubicBezTo>
                <a:cubicBezTo>
                  <a:pt x="5432931" y="1330151"/>
                  <a:pt x="4969337" y="2241371"/>
                  <a:pt x="5652453" y="2927266"/>
                </a:cubicBezTo>
                <a:cubicBezTo>
                  <a:pt x="5944817" y="3220059"/>
                  <a:pt x="6372923" y="3434414"/>
                  <a:pt x="6836512" y="3438071"/>
                </a:cubicBezTo>
                <a:lnTo>
                  <a:pt x="6836512" y="1460500"/>
                </a:lnTo>
                <a:lnTo>
                  <a:pt x="6836513" y="1460500"/>
                </a:lnTo>
                <a:lnTo>
                  <a:pt x="6836513" y="0"/>
                </a:lnTo>
                <a:lnTo>
                  <a:pt x="10243288" y="0"/>
                </a:lnTo>
                <a:lnTo>
                  <a:pt x="6940681" y="6858000"/>
                </a:lnTo>
                <a:lnTo>
                  <a:pt x="6633260" y="6858000"/>
                </a:lnTo>
                <a:lnTo>
                  <a:pt x="6537637" y="6846843"/>
                </a:lnTo>
                <a:cubicBezTo>
                  <a:pt x="6228474" y="6798350"/>
                  <a:pt x="5920744" y="6659584"/>
                  <a:pt x="5622610" y="6358242"/>
                </a:cubicBezTo>
                <a:cubicBezTo>
                  <a:pt x="4813820" y="5541764"/>
                  <a:pt x="5275855" y="4626443"/>
                  <a:pt x="4595037" y="3939037"/>
                </a:cubicBezTo>
                <a:cubicBezTo>
                  <a:pt x="4304543" y="3645212"/>
                  <a:pt x="3876985" y="3429207"/>
                  <a:pt x="3414956" y="3426435"/>
                </a:cubicBezTo>
                <a:lnTo>
                  <a:pt x="341495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E08539F1-6610-F486-22FF-9CDD3E3406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113" y="0"/>
            <a:ext cx="3406775" cy="6845300"/>
          </a:xfrm>
          <a:custGeom>
            <a:avLst/>
            <a:gdLst>
              <a:gd name="connsiteX0" fmla="*/ 3066065 w 3066065"/>
              <a:gd name="connsiteY0" fmla="*/ 0 h 6146406"/>
              <a:gd name="connsiteX1" fmla="*/ 3066065 w 3066065"/>
              <a:gd name="connsiteY1" fmla="*/ 3072801 h 6146406"/>
              <a:gd name="connsiteX2" fmla="*/ 1986868 w 3066065"/>
              <a:gd name="connsiteY2" fmla="*/ 3528113 h 6146406"/>
              <a:gd name="connsiteX3" fmla="*/ 1062062 w 3066065"/>
              <a:gd name="connsiteY3" fmla="*/ 5688620 h 6146406"/>
              <a:gd name="connsiteX4" fmla="*/ 0 w 3066065"/>
              <a:gd name="connsiteY4" fmla="*/ 6146406 h 6146406"/>
              <a:gd name="connsiteX5" fmla="*/ 0 w 3066065"/>
              <a:gd name="connsiteY5" fmla="*/ 3073604 h 6146406"/>
              <a:gd name="connsiteX6" fmla="*/ 1079197 w 3066065"/>
              <a:gd name="connsiteY6" fmla="*/ 2618293 h 6146406"/>
              <a:gd name="connsiteX7" fmla="*/ 2004003 w 3066065"/>
              <a:gd name="connsiteY7" fmla="*/ 457786 h 6146406"/>
              <a:gd name="connsiteX8" fmla="*/ 3066065 w 3066065"/>
              <a:gd name="connsiteY8" fmla="*/ 0 h 614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6065" h="6146406">
                <a:moveTo>
                  <a:pt x="3066065" y="0"/>
                </a:moveTo>
                <a:lnTo>
                  <a:pt x="3066065" y="3072801"/>
                </a:lnTo>
                <a:cubicBezTo>
                  <a:pt x="2705787" y="3072801"/>
                  <a:pt x="2337331" y="3176611"/>
                  <a:pt x="1986868" y="3528113"/>
                </a:cubicBezTo>
                <a:cubicBezTo>
                  <a:pt x="1258965" y="4257282"/>
                  <a:pt x="1674795" y="5073920"/>
                  <a:pt x="1062062" y="5688620"/>
                </a:cubicBezTo>
                <a:cubicBezTo>
                  <a:pt x="799821" y="5951022"/>
                  <a:pt x="415823" y="6143128"/>
                  <a:pt x="0" y="6146406"/>
                </a:cubicBezTo>
                <a:lnTo>
                  <a:pt x="0" y="3073604"/>
                </a:lnTo>
                <a:cubicBezTo>
                  <a:pt x="363551" y="3073604"/>
                  <a:pt x="728741" y="2969792"/>
                  <a:pt x="1079197" y="2618293"/>
                </a:cubicBezTo>
                <a:cubicBezTo>
                  <a:pt x="1807100" y="1889124"/>
                  <a:pt x="1391273" y="1071684"/>
                  <a:pt x="2004003" y="457786"/>
                </a:cubicBezTo>
                <a:cubicBezTo>
                  <a:pt x="2265445" y="195381"/>
                  <a:pt x="2650243" y="2475"/>
                  <a:pt x="3066065" y="0"/>
                </a:cubicBezTo>
                <a:close/>
              </a:path>
            </a:pathLst>
          </a:custGeom>
          <a:solidFill>
            <a:srgbClr val="4810D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92847DA9-3503-A1E5-4B03-5FF0325989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47626" y="1"/>
            <a:ext cx="3406775" cy="6864504"/>
          </a:xfrm>
          <a:custGeom>
            <a:avLst/>
            <a:gdLst>
              <a:gd name="connsiteX0" fmla="*/ 3066065 w 3066065"/>
              <a:gd name="connsiteY0" fmla="*/ 0 h 6146406"/>
              <a:gd name="connsiteX1" fmla="*/ 3066065 w 3066065"/>
              <a:gd name="connsiteY1" fmla="*/ 3072801 h 6146406"/>
              <a:gd name="connsiteX2" fmla="*/ 1986868 w 3066065"/>
              <a:gd name="connsiteY2" fmla="*/ 3528113 h 6146406"/>
              <a:gd name="connsiteX3" fmla="*/ 1062062 w 3066065"/>
              <a:gd name="connsiteY3" fmla="*/ 5688620 h 6146406"/>
              <a:gd name="connsiteX4" fmla="*/ 0 w 3066065"/>
              <a:gd name="connsiteY4" fmla="*/ 6146406 h 6146406"/>
              <a:gd name="connsiteX5" fmla="*/ 0 w 3066065"/>
              <a:gd name="connsiteY5" fmla="*/ 3073604 h 6146406"/>
              <a:gd name="connsiteX6" fmla="*/ 1079197 w 3066065"/>
              <a:gd name="connsiteY6" fmla="*/ 2618293 h 6146406"/>
              <a:gd name="connsiteX7" fmla="*/ 2004003 w 3066065"/>
              <a:gd name="connsiteY7" fmla="*/ 457786 h 6146406"/>
              <a:gd name="connsiteX8" fmla="*/ 3066065 w 3066065"/>
              <a:gd name="connsiteY8" fmla="*/ 0 h 6146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6065" h="6146406">
                <a:moveTo>
                  <a:pt x="3066065" y="0"/>
                </a:moveTo>
                <a:lnTo>
                  <a:pt x="3066065" y="3072801"/>
                </a:lnTo>
                <a:cubicBezTo>
                  <a:pt x="2705787" y="3072801"/>
                  <a:pt x="2337331" y="3176611"/>
                  <a:pt x="1986868" y="3528113"/>
                </a:cubicBezTo>
                <a:cubicBezTo>
                  <a:pt x="1258965" y="4257282"/>
                  <a:pt x="1674795" y="5073920"/>
                  <a:pt x="1062062" y="5688620"/>
                </a:cubicBezTo>
                <a:cubicBezTo>
                  <a:pt x="799821" y="5951022"/>
                  <a:pt x="415823" y="6143128"/>
                  <a:pt x="0" y="6146406"/>
                </a:cubicBezTo>
                <a:lnTo>
                  <a:pt x="0" y="3073604"/>
                </a:lnTo>
                <a:cubicBezTo>
                  <a:pt x="363551" y="3073604"/>
                  <a:pt x="728741" y="2969792"/>
                  <a:pt x="1079197" y="2618293"/>
                </a:cubicBezTo>
                <a:cubicBezTo>
                  <a:pt x="1807100" y="1889124"/>
                  <a:pt x="1391273" y="1071684"/>
                  <a:pt x="2004003" y="457786"/>
                </a:cubicBezTo>
                <a:cubicBezTo>
                  <a:pt x="2265445" y="195381"/>
                  <a:pt x="2650243" y="2475"/>
                  <a:pt x="3066065" y="0"/>
                </a:cubicBezTo>
                <a:close/>
              </a:path>
            </a:pathLst>
          </a:custGeom>
          <a:solidFill>
            <a:srgbClr val="4810D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B918E05A-B546-6ADA-73BC-2AE35B53503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 flipH="1">
            <a:off x="10265883" y="3429001"/>
            <a:ext cx="1915004" cy="3412670"/>
          </a:xfrm>
          <a:custGeom>
            <a:avLst/>
            <a:gdLst>
              <a:gd name="connsiteX0" fmla="*/ 1866512 w 1866512"/>
              <a:gd name="connsiteY0" fmla="*/ 0 h 3414707"/>
              <a:gd name="connsiteX1" fmla="*/ 686430 w 1866512"/>
              <a:gd name="connsiteY1" fmla="*/ 508657 h 3414707"/>
              <a:gd name="connsiteX2" fmla="*/ 64884 w 1866512"/>
              <a:gd name="connsiteY2" fmla="*/ 2288275 h 3414707"/>
              <a:gd name="connsiteX3" fmla="*/ 0 w 1866512"/>
              <a:gd name="connsiteY3" fmla="*/ 2435501 h 3414707"/>
              <a:gd name="connsiteX4" fmla="*/ 0 w 1866512"/>
              <a:gd name="connsiteY4" fmla="*/ 3414707 h 3414707"/>
              <a:gd name="connsiteX5" fmla="*/ 1854725 w 1866512"/>
              <a:gd name="connsiteY5" fmla="*/ 3414707 h 3414707"/>
              <a:gd name="connsiteX6" fmla="*/ 1866512 w 1866512"/>
              <a:gd name="connsiteY6" fmla="*/ 3414259 h 34147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66512" h="3414707">
                <a:moveTo>
                  <a:pt x="1866512" y="0"/>
                </a:moveTo>
                <a:cubicBezTo>
                  <a:pt x="1404483" y="2750"/>
                  <a:pt x="976925" y="217093"/>
                  <a:pt x="686430" y="508657"/>
                </a:cubicBezTo>
                <a:cubicBezTo>
                  <a:pt x="175816" y="1020244"/>
                  <a:pt x="308058" y="1659046"/>
                  <a:pt x="64884" y="2288275"/>
                </a:cubicBezTo>
                <a:lnTo>
                  <a:pt x="0" y="2435501"/>
                </a:lnTo>
                <a:lnTo>
                  <a:pt x="0" y="3414707"/>
                </a:lnTo>
                <a:lnTo>
                  <a:pt x="1854725" y="3414707"/>
                </a:lnTo>
                <a:lnTo>
                  <a:pt x="1866512" y="3414259"/>
                </a:lnTo>
                <a:close/>
              </a:path>
            </a:pathLst>
          </a:custGeom>
          <a:solidFill>
            <a:srgbClr val="4810D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84AFD485-5BEE-3279-3EB4-C240012FAA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4501" y="1773630"/>
            <a:ext cx="3664665" cy="702870"/>
          </a:xfrm>
          <a:custGeom>
            <a:avLst/>
            <a:gdLst>
              <a:gd name="connsiteX0" fmla="*/ 3553895 w 3664665"/>
              <a:gd name="connsiteY0" fmla="*/ 392724 h 702870"/>
              <a:gd name="connsiteX1" fmla="*/ 3553895 w 3664665"/>
              <a:gd name="connsiteY1" fmla="*/ 392833 h 702870"/>
              <a:gd name="connsiteX2" fmla="*/ 3462926 w 3664665"/>
              <a:gd name="connsiteY2" fmla="*/ 416961 h 702870"/>
              <a:gd name="connsiteX3" fmla="*/ 3394441 w 3664665"/>
              <a:gd name="connsiteY3" fmla="*/ 476254 h 702870"/>
              <a:gd name="connsiteX4" fmla="*/ 3436725 w 3664665"/>
              <a:gd name="connsiteY4" fmla="*/ 506550 h 702870"/>
              <a:gd name="connsiteX5" fmla="*/ 3540232 w 3664665"/>
              <a:gd name="connsiteY5" fmla="*/ 469329 h 702870"/>
              <a:gd name="connsiteX6" fmla="*/ 3553895 w 3664665"/>
              <a:gd name="connsiteY6" fmla="*/ 458336 h 702870"/>
              <a:gd name="connsiteX7" fmla="*/ 3553895 w 3664665"/>
              <a:gd name="connsiteY7" fmla="*/ 392833 h 702870"/>
              <a:gd name="connsiteX8" fmla="*/ 3553981 w 3664665"/>
              <a:gd name="connsiteY8" fmla="*/ 392810 h 702870"/>
              <a:gd name="connsiteX9" fmla="*/ 2087769 w 3664665"/>
              <a:gd name="connsiteY9" fmla="*/ 251025 h 702870"/>
              <a:gd name="connsiteX10" fmla="*/ 1984695 w 3664665"/>
              <a:gd name="connsiteY10" fmla="*/ 376450 h 702870"/>
              <a:gd name="connsiteX11" fmla="*/ 2087769 w 3664665"/>
              <a:gd name="connsiteY11" fmla="*/ 502742 h 702870"/>
              <a:gd name="connsiteX12" fmla="*/ 2189892 w 3664665"/>
              <a:gd name="connsiteY12" fmla="*/ 376450 h 702870"/>
              <a:gd name="connsiteX13" fmla="*/ 2087769 w 3664665"/>
              <a:gd name="connsiteY13" fmla="*/ 251025 h 702870"/>
              <a:gd name="connsiteX14" fmla="*/ 2844396 w 3664665"/>
              <a:gd name="connsiteY14" fmla="*/ 160569 h 702870"/>
              <a:gd name="connsiteX15" fmla="*/ 2977130 w 3664665"/>
              <a:gd name="connsiteY15" fmla="*/ 160569 h 702870"/>
              <a:gd name="connsiteX16" fmla="*/ 3068617 w 3664665"/>
              <a:gd name="connsiteY16" fmla="*/ 467165 h 702870"/>
              <a:gd name="connsiteX17" fmla="*/ 3074584 w 3664665"/>
              <a:gd name="connsiteY17" fmla="*/ 467165 h 702870"/>
              <a:gd name="connsiteX18" fmla="*/ 3166849 w 3664665"/>
              <a:gd name="connsiteY18" fmla="*/ 160569 h 702870"/>
              <a:gd name="connsiteX19" fmla="*/ 3299583 w 3664665"/>
              <a:gd name="connsiteY19" fmla="*/ 160569 h 702870"/>
              <a:gd name="connsiteX20" fmla="*/ 3127158 w 3664665"/>
              <a:gd name="connsiteY20" fmla="*/ 594409 h 702870"/>
              <a:gd name="connsiteX21" fmla="*/ 3011978 w 3664665"/>
              <a:gd name="connsiteY21" fmla="*/ 594409 h 702870"/>
              <a:gd name="connsiteX22" fmla="*/ 2693676 w 3664665"/>
              <a:gd name="connsiteY22" fmla="*/ 160569 h 702870"/>
              <a:gd name="connsiteX23" fmla="*/ 2806954 w 3664665"/>
              <a:gd name="connsiteY23" fmla="*/ 160569 h 702870"/>
              <a:gd name="connsiteX24" fmla="*/ 2806954 w 3664665"/>
              <a:gd name="connsiteY24" fmla="*/ 594495 h 702870"/>
              <a:gd name="connsiteX25" fmla="*/ 2693676 w 3664665"/>
              <a:gd name="connsiteY25" fmla="*/ 594495 h 702870"/>
              <a:gd name="connsiteX26" fmla="*/ 3481690 w 3664665"/>
              <a:gd name="connsiteY26" fmla="*/ 159184 h 702870"/>
              <a:gd name="connsiteX27" fmla="*/ 3615636 w 3664665"/>
              <a:gd name="connsiteY27" fmla="*/ 192597 h 702870"/>
              <a:gd name="connsiteX28" fmla="*/ 3615462 w 3664665"/>
              <a:gd name="connsiteY28" fmla="*/ 192683 h 702870"/>
              <a:gd name="connsiteX29" fmla="*/ 3664665 w 3664665"/>
              <a:gd name="connsiteY29" fmla="*/ 319407 h 702870"/>
              <a:gd name="connsiteX30" fmla="*/ 3664060 w 3664665"/>
              <a:gd name="connsiteY30" fmla="*/ 594581 h 702870"/>
              <a:gd name="connsiteX31" fmla="*/ 3559342 w 3664665"/>
              <a:gd name="connsiteY31" fmla="*/ 594581 h 702870"/>
              <a:gd name="connsiteX32" fmla="*/ 3559342 w 3664665"/>
              <a:gd name="connsiteY32" fmla="*/ 543598 h 702870"/>
              <a:gd name="connsiteX33" fmla="*/ 3553203 w 3664665"/>
              <a:gd name="connsiteY33" fmla="*/ 543598 h 702870"/>
              <a:gd name="connsiteX34" fmla="*/ 3429030 w 3664665"/>
              <a:gd name="connsiteY34" fmla="*/ 599776 h 702870"/>
              <a:gd name="connsiteX35" fmla="*/ 3418134 w 3664665"/>
              <a:gd name="connsiteY35" fmla="*/ 599602 h 702870"/>
              <a:gd name="connsiteX36" fmla="*/ 3278223 w 3664665"/>
              <a:gd name="connsiteY36" fmla="*/ 477119 h 702870"/>
              <a:gd name="connsiteX37" fmla="*/ 3434737 w 3664665"/>
              <a:gd name="connsiteY37" fmla="*/ 343038 h 702870"/>
              <a:gd name="connsiteX38" fmla="*/ 3551819 w 3664665"/>
              <a:gd name="connsiteY38" fmla="*/ 316464 h 702870"/>
              <a:gd name="connsiteX39" fmla="*/ 3551819 w 3664665"/>
              <a:gd name="connsiteY39" fmla="*/ 294132 h 702870"/>
              <a:gd name="connsiteX40" fmla="*/ 3480653 w 3664665"/>
              <a:gd name="connsiteY40" fmla="*/ 245831 h 702870"/>
              <a:gd name="connsiteX41" fmla="*/ 3397121 w 3664665"/>
              <a:gd name="connsiteY41" fmla="*/ 309020 h 702870"/>
              <a:gd name="connsiteX42" fmla="*/ 3395652 w 3664665"/>
              <a:gd name="connsiteY42" fmla="*/ 315252 h 702870"/>
              <a:gd name="connsiteX43" fmla="*/ 3297074 w 3664665"/>
              <a:gd name="connsiteY43" fmla="*/ 299844 h 702870"/>
              <a:gd name="connsiteX44" fmla="*/ 3298284 w 3664665"/>
              <a:gd name="connsiteY44" fmla="*/ 293353 h 702870"/>
              <a:gd name="connsiteX45" fmla="*/ 3481690 w 3664665"/>
              <a:gd name="connsiteY45" fmla="*/ 159184 h 702870"/>
              <a:gd name="connsiteX46" fmla="*/ 2084829 w 3664665"/>
              <a:gd name="connsiteY46" fmla="*/ 154077 h 702870"/>
              <a:gd name="connsiteX47" fmla="*/ 2248779 w 3664665"/>
              <a:gd name="connsiteY47" fmla="*/ 214496 h 702870"/>
              <a:gd name="connsiteX48" fmla="*/ 2248693 w 3664665"/>
              <a:gd name="connsiteY48" fmla="*/ 214496 h 702870"/>
              <a:gd name="connsiteX49" fmla="*/ 2249384 w 3664665"/>
              <a:gd name="connsiteY49" fmla="*/ 215188 h 702870"/>
              <a:gd name="connsiteX50" fmla="*/ 2309914 w 3664665"/>
              <a:gd name="connsiteY50" fmla="*/ 376364 h 702870"/>
              <a:gd name="connsiteX51" fmla="*/ 2246963 w 3664665"/>
              <a:gd name="connsiteY51" fmla="*/ 536327 h 702870"/>
              <a:gd name="connsiteX52" fmla="*/ 2089585 w 3664665"/>
              <a:gd name="connsiteY52" fmla="*/ 599517 h 702870"/>
              <a:gd name="connsiteX53" fmla="*/ 1864500 w 3664665"/>
              <a:gd name="connsiteY53" fmla="*/ 376364 h 702870"/>
              <a:gd name="connsiteX54" fmla="*/ 1927451 w 3664665"/>
              <a:gd name="connsiteY54" fmla="*/ 216400 h 702870"/>
              <a:gd name="connsiteX55" fmla="*/ 2084829 w 3664665"/>
              <a:gd name="connsiteY55" fmla="*/ 154077 h 702870"/>
              <a:gd name="connsiteX56" fmla="*/ 1419777 w 3664665"/>
              <a:gd name="connsiteY56" fmla="*/ 150095 h 702870"/>
              <a:gd name="connsiteX57" fmla="*/ 1542653 w 3664665"/>
              <a:gd name="connsiteY57" fmla="*/ 219083 h 702870"/>
              <a:gd name="connsiteX58" fmla="*/ 1543432 w 3664665"/>
              <a:gd name="connsiteY58" fmla="*/ 219083 h 702870"/>
              <a:gd name="connsiteX59" fmla="*/ 1677029 w 3664665"/>
              <a:gd name="connsiteY59" fmla="*/ 150095 h 702870"/>
              <a:gd name="connsiteX60" fmla="*/ 1677202 w 3664665"/>
              <a:gd name="connsiteY60" fmla="*/ 150181 h 702870"/>
              <a:gd name="connsiteX61" fmla="*/ 1819362 w 3664665"/>
              <a:gd name="connsiteY61" fmla="*/ 305211 h 702870"/>
              <a:gd name="connsiteX62" fmla="*/ 1819362 w 3664665"/>
              <a:gd name="connsiteY62" fmla="*/ 594495 h 702870"/>
              <a:gd name="connsiteX63" fmla="*/ 1703749 w 3664665"/>
              <a:gd name="connsiteY63" fmla="*/ 594495 h 702870"/>
              <a:gd name="connsiteX64" fmla="*/ 1703749 w 3664665"/>
              <a:gd name="connsiteY64" fmla="*/ 329448 h 702870"/>
              <a:gd name="connsiteX65" fmla="*/ 1647975 w 3664665"/>
              <a:gd name="connsiteY65" fmla="*/ 258901 h 702870"/>
              <a:gd name="connsiteX66" fmla="*/ 1562714 w 3664665"/>
              <a:gd name="connsiteY66" fmla="*/ 290323 h 702870"/>
              <a:gd name="connsiteX67" fmla="*/ 1562974 w 3664665"/>
              <a:gd name="connsiteY67" fmla="*/ 305211 h 702870"/>
              <a:gd name="connsiteX68" fmla="*/ 1562974 w 3664665"/>
              <a:gd name="connsiteY68" fmla="*/ 594495 h 702870"/>
              <a:gd name="connsiteX69" fmla="*/ 1446411 w 3664665"/>
              <a:gd name="connsiteY69" fmla="*/ 594495 h 702870"/>
              <a:gd name="connsiteX70" fmla="*/ 1446411 w 3664665"/>
              <a:gd name="connsiteY70" fmla="*/ 329448 h 702870"/>
              <a:gd name="connsiteX71" fmla="*/ 1390636 w 3664665"/>
              <a:gd name="connsiteY71" fmla="*/ 258901 h 702870"/>
              <a:gd name="connsiteX72" fmla="*/ 1305635 w 3664665"/>
              <a:gd name="connsiteY72" fmla="*/ 295084 h 702870"/>
              <a:gd name="connsiteX73" fmla="*/ 1305635 w 3664665"/>
              <a:gd name="connsiteY73" fmla="*/ 594495 h 702870"/>
              <a:gd name="connsiteX74" fmla="*/ 1190022 w 3664665"/>
              <a:gd name="connsiteY74" fmla="*/ 594495 h 702870"/>
              <a:gd name="connsiteX75" fmla="*/ 1190022 w 3664665"/>
              <a:gd name="connsiteY75" fmla="*/ 160569 h 702870"/>
              <a:gd name="connsiteX76" fmla="*/ 1296814 w 3664665"/>
              <a:gd name="connsiteY76" fmla="*/ 160569 h 702870"/>
              <a:gd name="connsiteX77" fmla="*/ 1298371 w 3664665"/>
              <a:gd name="connsiteY77" fmla="*/ 214236 h 702870"/>
              <a:gd name="connsiteX78" fmla="*/ 1301916 w 3664665"/>
              <a:gd name="connsiteY78" fmla="*/ 214236 h 702870"/>
              <a:gd name="connsiteX79" fmla="*/ 1419777 w 3664665"/>
              <a:gd name="connsiteY79" fmla="*/ 150095 h 702870"/>
              <a:gd name="connsiteX80" fmla="*/ 2396647 w 3664665"/>
              <a:gd name="connsiteY80" fmla="*/ 52023 h 702870"/>
              <a:gd name="connsiteX81" fmla="*/ 2509924 w 3664665"/>
              <a:gd name="connsiteY81" fmla="*/ 52023 h 702870"/>
              <a:gd name="connsiteX82" fmla="*/ 2510097 w 3664665"/>
              <a:gd name="connsiteY82" fmla="*/ 52023 h 702870"/>
              <a:gd name="connsiteX83" fmla="*/ 2510097 w 3664665"/>
              <a:gd name="connsiteY83" fmla="*/ 160570 h 702870"/>
              <a:gd name="connsiteX84" fmla="*/ 2645079 w 3664665"/>
              <a:gd name="connsiteY84" fmla="*/ 160570 h 702870"/>
              <a:gd name="connsiteX85" fmla="*/ 2645079 w 3664665"/>
              <a:gd name="connsiteY85" fmla="*/ 257950 h 702870"/>
              <a:gd name="connsiteX86" fmla="*/ 2510097 w 3664665"/>
              <a:gd name="connsiteY86" fmla="*/ 257950 h 702870"/>
              <a:gd name="connsiteX87" fmla="*/ 2510097 w 3664665"/>
              <a:gd name="connsiteY87" fmla="*/ 452796 h 702870"/>
              <a:gd name="connsiteX88" fmla="*/ 2542957 w 3664665"/>
              <a:gd name="connsiteY88" fmla="*/ 485689 h 702870"/>
              <a:gd name="connsiteX89" fmla="*/ 2623635 w 3664665"/>
              <a:gd name="connsiteY89" fmla="*/ 485689 h 702870"/>
              <a:gd name="connsiteX90" fmla="*/ 2623635 w 3664665"/>
              <a:gd name="connsiteY90" fmla="*/ 594410 h 702870"/>
              <a:gd name="connsiteX91" fmla="*/ 2539238 w 3664665"/>
              <a:gd name="connsiteY91" fmla="*/ 594410 h 702870"/>
              <a:gd name="connsiteX92" fmla="*/ 2396733 w 3664665"/>
              <a:gd name="connsiteY92" fmla="*/ 446565 h 702870"/>
              <a:gd name="connsiteX93" fmla="*/ 2396733 w 3664665"/>
              <a:gd name="connsiteY93" fmla="*/ 257863 h 702870"/>
              <a:gd name="connsiteX94" fmla="*/ 2319514 w 3664665"/>
              <a:gd name="connsiteY94" fmla="*/ 257863 h 702870"/>
              <a:gd name="connsiteX95" fmla="*/ 2319514 w 3664665"/>
              <a:gd name="connsiteY95" fmla="*/ 160483 h 702870"/>
              <a:gd name="connsiteX96" fmla="*/ 2346925 w 3664665"/>
              <a:gd name="connsiteY96" fmla="*/ 160483 h 702870"/>
              <a:gd name="connsiteX97" fmla="*/ 2396647 w 3664665"/>
              <a:gd name="connsiteY97" fmla="*/ 110710 h 702870"/>
              <a:gd name="connsiteX98" fmla="*/ 973584 w 3664665"/>
              <a:gd name="connsiteY98" fmla="*/ 52023 h 702870"/>
              <a:gd name="connsiteX99" fmla="*/ 973584 w 3664665"/>
              <a:gd name="connsiteY99" fmla="*/ 377403 h 702870"/>
              <a:gd name="connsiteX100" fmla="*/ 859355 w 3664665"/>
              <a:gd name="connsiteY100" fmla="*/ 425617 h 702870"/>
              <a:gd name="connsiteX101" fmla="*/ 761469 w 3664665"/>
              <a:gd name="connsiteY101" fmla="*/ 654396 h 702870"/>
              <a:gd name="connsiteX102" fmla="*/ 649056 w 3664665"/>
              <a:gd name="connsiteY102" fmla="*/ 702870 h 702870"/>
              <a:gd name="connsiteX103" fmla="*/ 649056 w 3664665"/>
              <a:gd name="connsiteY103" fmla="*/ 377490 h 702870"/>
              <a:gd name="connsiteX104" fmla="*/ 763285 w 3664665"/>
              <a:gd name="connsiteY104" fmla="*/ 329276 h 702870"/>
              <a:gd name="connsiteX105" fmla="*/ 861171 w 3664665"/>
              <a:gd name="connsiteY105" fmla="*/ 100497 h 702870"/>
              <a:gd name="connsiteX106" fmla="*/ 973584 w 3664665"/>
              <a:gd name="connsiteY106" fmla="*/ 52023 h 702870"/>
              <a:gd name="connsiteX107" fmla="*/ 649056 w 3664665"/>
              <a:gd name="connsiteY107" fmla="*/ 52023 h 702870"/>
              <a:gd name="connsiteX108" fmla="*/ 649056 w 3664665"/>
              <a:gd name="connsiteY108" fmla="*/ 377403 h 702870"/>
              <a:gd name="connsiteX109" fmla="*/ 534826 w 3664665"/>
              <a:gd name="connsiteY109" fmla="*/ 425617 h 702870"/>
              <a:gd name="connsiteX110" fmla="*/ 436941 w 3664665"/>
              <a:gd name="connsiteY110" fmla="*/ 654396 h 702870"/>
              <a:gd name="connsiteX111" fmla="*/ 324528 w 3664665"/>
              <a:gd name="connsiteY111" fmla="*/ 702870 h 702870"/>
              <a:gd name="connsiteX112" fmla="*/ 324528 w 3664665"/>
              <a:gd name="connsiteY112" fmla="*/ 377490 h 702870"/>
              <a:gd name="connsiteX113" fmla="*/ 438757 w 3664665"/>
              <a:gd name="connsiteY113" fmla="*/ 329276 h 702870"/>
              <a:gd name="connsiteX114" fmla="*/ 536643 w 3664665"/>
              <a:gd name="connsiteY114" fmla="*/ 100497 h 702870"/>
              <a:gd name="connsiteX115" fmla="*/ 649056 w 3664665"/>
              <a:gd name="connsiteY115" fmla="*/ 52023 h 702870"/>
              <a:gd name="connsiteX116" fmla="*/ 324528 w 3664665"/>
              <a:gd name="connsiteY116" fmla="*/ 52023 h 702870"/>
              <a:gd name="connsiteX117" fmla="*/ 324528 w 3664665"/>
              <a:gd name="connsiteY117" fmla="*/ 377403 h 702870"/>
              <a:gd name="connsiteX118" fmla="*/ 210299 w 3664665"/>
              <a:gd name="connsiteY118" fmla="*/ 425617 h 702870"/>
              <a:gd name="connsiteX119" fmla="*/ 112413 w 3664665"/>
              <a:gd name="connsiteY119" fmla="*/ 654396 h 702870"/>
              <a:gd name="connsiteX120" fmla="*/ 0 w 3664665"/>
              <a:gd name="connsiteY120" fmla="*/ 702870 h 702870"/>
              <a:gd name="connsiteX121" fmla="*/ 0 w 3664665"/>
              <a:gd name="connsiteY121" fmla="*/ 377490 h 702870"/>
              <a:gd name="connsiteX122" fmla="*/ 114229 w 3664665"/>
              <a:gd name="connsiteY122" fmla="*/ 329276 h 702870"/>
              <a:gd name="connsiteX123" fmla="*/ 212115 w 3664665"/>
              <a:gd name="connsiteY123" fmla="*/ 100497 h 702870"/>
              <a:gd name="connsiteX124" fmla="*/ 324528 w 3664665"/>
              <a:gd name="connsiteY124" fmla="*/ 52023 h 702870"/>
              <a:gd name="connsiteX125" fmla="*/ 2750402 w 3664665"/>
              <a:gd name="connsiteY125" fmla="*/ 0 h 702870"/>
              <a:gd name="connsiteX126" fmla="*/ 2813007 w 3664665"/>
              <a:gd name="connsiteY126" fmla="*/ 62669 h 702870"/>
              <a:gd name="connsiteX127" fmla="*/ 2750402 w 3664665"/>
              <a:gd name="connsiteY127" fmla="*/ 125339 h 702870"/>
              <a:gd name="connsiteX128" fmla="*/ 2687796 w 3664665"/>
              <a:gd name="connsiteY128" fmla="*/ 62669 h 702870"/>
              <a:gd name="connsiteX129" fmla="*/ 2750402 w 3664665"/>
              <a:gd name="connsiteY129" fmla="*/ 0 h 702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</a:cxnLst>
            <a:rect l="l" t="t" r="r" b="b"/>
            <a:pathLst>
              <a:path w="3664665" h="702870">
                <a:moveTo>
                  <a:pt x="3553895" y="392724"/>
                </a:moveTo>
                <a:lnTo>
                  <a:pt x="3553895" y="392833"/>
                </a:lnTo>
                <a:lnTo>
                  <a:pt x="3462926" y="416961"/>
                </a:lnTo>
                <a:cubicBezTo>
                  <a:pt x="3408882" y="432282"/>
                  <a:pt x="3391588" y="454614"/>
                  <a:pt x="3394441" y="476254"/>
                </a:cubicBezTo>
                <a:cubicBezTo>
                  <a:pt x="3395997" y="488113"/>
                  <a:pt x="3405595" y="504819"/>
                  <a:pt x="3436725" y="506550"/>
                </a:cubicBezTo>
                <a:cubicBezTo>
                  <a:pt x="3480221" y="508974"/>
                  <a:pt x="3510832" y="492008"/>
                  <a:pt x="3540232" y="469329"/>
                </a:cubicBezTo>
                <a:lnTo>
                  <a:pt x="3553895" y="458336"/>
                </a:lnTo>
                <a:lnTo>
                  <a:pt x="3553895" y="392833"/>
                </a:lnTo>
                <a:lnTo>
                  <a:pt x="3553981" y="392810"/>
                </a:lnTo>
                <a:close/>
                <a:moveTo>
                  <a:pt x="2087769" y="251025"/>
                </a:moveTo>
                <a:cubicBezTo>
                  <a:pt x="2023262" y="251025"/>
                  <a:pt x="1984695" y="294997"/>
                  <a:pt x="1984695" y="376450"/>
                </a:cubicBezTo>
                <a:cubicBezTo>
                  <a:pt x="1984695" y="457904"/>
                  <a:pt x="2023867" y="502742"/>
                  <a:pt x="2087769" y="502742"/>
                </a:cubicBezTo>
                <a:cubicBezTo>
                  <a:pt x="2151672" y="502742"/>
                  <a:pt x="2189892" y="455481"/>
                  <a:pt x="2189892" y="376450"/>
                </a:cubicBezTo>
                <a:cubicBezTo>
                  <a:pt x="2189892" y="319234"/>
                  <a:pt x="2172165" y="251025"/>
                  <a:pt x="2087769" y="251025"/>
                </a:cubicBezTo>
                <a:close/>
                <a:moveTo>
                  <a:pt x="2844396" y="160569"/>
                </a:moveTo>
                <a:lnTo>
                  <a:pt x="2977130" y="160569"/>
                </a:lnTo>
                <a:lnTo>
                  <a:pt x="3068617" y="467165"/>
                </a:lnTo>
                <a:lnTo>
                  <a:pt x="3074584" y="467165"/>
                </a:lnTo>
                <a:lnTo>
                  <a:pt x="3166849" y="160569"/>
                </a:lnTo>
                <a:lnTo>
                  <a:pt x="3299583" y="160569"/>
                </a:lnTo>
                <a:lnTo>
                  <a:pt x="3127158" y="594409"/>
                </a:lnTo>
                <a:lnTo>
                  <a:pt x="3011978" y="594409"/>
                </a:lnTo>
                <a:close/>
                <a:moveTo>
                  <a:pt x="2693676" y="160569"/>
                </a:moveTo>
                <a:lnTo>
                  <a:pt x="2806954" y="160569"/>
                </a:lnTo>
                <a:lnTo>
                  <a:pt x="2806954" y="594495"/>
                </a:lnTo>
                <a:lnTo>
                  <a:pt x="2693676" y="594495"/>
                </a:lnTo>
                <a:close/>
                <a:moveTo>
                  <a:pt x="3481690" y="159184"/>
                </a:moveTo>
                <a:cubicBezTo>
                  <a:pt x="3543691" y="159184"/>
                  <a:pt x="3586235" y="169831"/>
                  <a:pt x="3615636" y="192597"/>
                </a:cubicBezTo>
                <a:lnTo>
                  <a:pt x="3615462" y="192683"/>
                </a:lnTo>
                <a:cubicBezTo>
                  <a:pt x="3648582" y="218391"/>
                  <a:pt x="3664665" y="259767"/>
                  <a:pt x="3664665" y="319407"/>
                </a:cubicBezTo>
                <a:lnTo>
                  <a:pt x="3664060" y="594581"/>
                </a:lnTo>
                <a:lnTo>
                  <a:pt x="3559342" y="594581"/>
                </a:lnTo>
                <a:lnTo>
                  <a:pt x="3559342" y="543598"/>
                </a:lnTo>
                <a:lnTo>
                  <a:pt x="3553203" y="543598"/>
                </a:lnTo>
                <a:cubicBezTo>
                  <a:pt x="3518874" y="578395"/>
                  <a:pt x="3485928" y="599776"/>
                  <a:pt x="3429030" y="599776"/>
                </a:cubicBezTo>
                <a:cubicBezTo>
                  <a:pt x="3424533" y="599776"/>
                  <a:pt x="3422717" y="599602"/>
                  <a:pt x="3418134" y="599602"/>
                </a:cubicBezTo>
                <a:cubicBezTo>
                  <a:pt x="3357518" y="599602"/>
                  <a:pt x="3278223" y="553725"/>
                  <a:pt x="3278223" y="477119"/>
                </a:cubicBezTo>
                <a:cubicBezTo>
                  <a:pt x="3278223" y="412546"/>
                  <a:pt x="3333824" y="367361"/>
                  <a:pt x="3434737" y="343038"/>
                </a:cubicBezTo>
                <a:lnTo>
                  <a:pt x="3551819" y="316464"/>
                </a:lnTo>
                <a:lnTo>
                  <a:pt x="3551819" y="294132"/>
                </a:lnTo>
                <a:cubicBezTo>
                  <a:pt x="3551819" y="254228"/>
                  <a:pt x="3511005" y="245831"/>
                  <a:pt x="3480653" y="245831"/>
                </a:cubicBezTo>
                <a:cubicBezTo>
                  <a:pt x="3434823" y="245831"/>
                  <a:pt x="3406720" y="267038"/>
                  <a:pt x="3397121" y="309020"/>
                </a:cubicBezTo>
                <a:lnTo>
                  <a:pt x="3395652" y="315252"/>
                </a:lnTo>
                <a:lnTo>
                  <a:pt x="3297074" y="299844"/>
                </a:lnTo>
                <a:lnTo>
                  <a:pt x="3298284" y="293353"/>
                </a:lnTo>
                <a:cubicBezTo>
                  <a:pt x="3314369" y="204369"/>
                  <a:pt x="3376109" y="159184"/>
                  <a:pt x="3481690" y="159184"/>
                </a:cubicBezTo>
                <a:close/>
                <a:moveTo>
                  <a:pt x="2084829" y="154077"/>
                </a:moveTo>
                <a:cubicBezTo>
                  <a:pt x="2151844" y="154077"/>
                  <a:pt x="2207013" y="174419"/>
                  <a:pt x="2248779" y="214496"/>
                </a:cubicBezTo>
                <a:lnTo>
                  <a:pt x="2248693" y="214496"/>
                </a:lnTo>
                <a:lnTo>
                  <a:pt x="2249384" y="215188"/>
                </a:lnTo>
                <a:cubicBezTo>
                  <a:pt x="2289594" y="255006"/>
                  <a:pt x="2309914" y="312136"/>
                  <a:pt x="2309914" y="376364"/>
                </a:cubicBezTo>
                <a:cubicBezTo>
                  <a:pt x="2309914" y="440592"/>
                  <a:pt x="2288729" y="494432"/>
                  <a:pt x="2246963" y="536327"/>
                </a:cubicBezTo>
                <a:cubicBezTo>
                  <a:pt x="2205197" y="578223"/>
                  <a:pt x="2152191" y="599517"/>
                  <a:pt x="2089585" y="599517"/>
                </a:cubicBezTo>
                <a:cubicBezTo>
                  <a:pt x="1952874" y="599517"/>
                  <a:pt x="1864500" y="511918"/>
                  <a:pt x="1864500" y="376364"/>
                </a:cubicBezTo>
                <a:cubicBezTo>
                  <a:pt x="1864500" y="312136"/>
                  <a:pt x="1885685" y="258296"/>
                  <a:pt x="1927451" y="216400"/>
                </a:cubicBezTo>
                <a:cubicBezTo>
                  <a:pt x="1969216" y="174505"/>
                  <a:pt x="2017814" y="154077"/>
                  <a:pt x="2084829" y="154077"/>
                </a:cubicBezTo>
                <a:close/>
                <a:moveTo>
                  <a:pt x="1419777" y="150095"/>
                </a:moveTo>
                <a:cubicBezTo>
                  <a:pt x="1473822" y="150095"/>
                  <a:pt x="1518440" y="175197"/>
                  <a:pt x="1542653" y="219083"/>
                </a:cubicBezTo>
                <a:lnTo>
                  <a:pt x="1543432" y="219083"/>
                </a:lnTo>
                <a:cubicBezTo>
                  <a:pt x="1580268" y="173293"/>
                  <a:pt x="1625234" y="150095"/>
                  <a:pt x="1677029" y="150095"/>
                </a:cubicBezTo>
                <a:lnTo>
                  <a:pt x="1677202" y="150181"/>
                </a:lnTo>
                <a:cubicBezTo>
                  <a:pt x="1747936" y="150181"/>
                  <a:pt x="1819362" y="198136"/>
                  <a:pt x="1819362" y="305211"/>
                </a:cubicBezTo>
                <a:lnTo>
                  <a:pt x="1819362" y="594495"/>
                </a:lnTo>
                <a:lnTo>
                  <a:pt x="1703749" y="594495"/>
                </a:lnTo>
                <a:lnTo>
                  <a:pt x="1703749" y="329448"/>
                </a:lnTo>
                <a:cubicBezTo>
                  <a:pt x="1703749" y="284004"/>
                  <a:pt x="1683947" y="258901"/>
                  <a:pt x="1647975" y="258901"/>
                </a:cubicBezTo>
                <a:cubicBezTo>
                  <a:pt x="1615894" y="258901"/>
                  <a:pt x="1587186" y="269462"/>
                  <a:pt x="1562714" y="290323"/>
                </a:cubicBezTo>
                <a:cubicBezTo>
                  <a:pt x="1562974" y="294478"/>
                  <a:pt x="1562974" y="299325"/>
                  <a:pt x="1562974" y="305211"/>
                </a:cubicBezTo>
                <a:lnTo>
                  <a:pt x="1562974" y="594495"/>
                </a:lnTo>
                <a:lnTo>
                  <a:pt x="1446411" y="594495"/>
                </a:lnTo>
                <a:lnTo>
                  <a:pt x="1446411" y="329448"/>
                </a:lnTo>
                <a:cubicBezTo>
                  <a:pt x="1446411" y="284004"/>
                  <a:pt x="1426608" y="258901"/>
                  <a:pt x="1390636" y="258901"/>
                </a:cubicBezTo>
                <a:cubicBezTo>
                  <a:pt x="1359506" y="258901"/>
                  <a:pt x="1331749" y="270760"/>
                  <a:pt x="1305635" y="295084"/>
                </a:cubicBezTo>
                <a:lnTo>
                  <a:pt x="1305635" y="594495"/>
                </a:lnTo>
                <a:lnTo>
                  <a:pt x="1190022" y="594495"/>
                </a:lnTo>
                <a:lnTo>
                  <a:pt x="1190022" y="160569"/>
                </a:lnTo>
                <a:lnTo>
                  <a:pt x="1296814" y="160569"/>
                </a:lnTo>
                <a:lnTo>
                  <a:pt x="1298371" y="214236"/>
                </a:lnTo>
                <a:lnTo>
                  <a:pt x="1301916" y="214236"/>
                </a:lnTo>
                <a:cubicBezTo>
                  <a:pt x="1338667" y="171476"/>
                  <a:pt x="1374725" y="150095"/>
                  <a:pt x="1419777" y="150095"/>
                </a:cubicBezTo>
                <a:close/>
                <a:moveTo>
                  <a:pt x="2396647" y="52023"/>
                </a:moveTo>
                <a:lnTo>
                  <a:pt x="2509924" y="52023"/>
                </a:lnTo>
                <a:lnTo>
                  <a:pt x="2510097" y="52023"/>
                </a:lnTo>
                <a:lnTo>
                  <a:pt x="2510097" y="160570"/>
                </a:lnTo>
                <a:lnTo>
                  <a:pt x="2645079" y="160570"/>
                </a:lnTo>
                <a:lnTo>
                  <a:pt x="2645079" y="257950"/>
                </a:lnTo>
                <a:lnTo>
                  <a:pt x="2510097" y="257950"/>
                </a:lnTo>
                <a:lnTo>
                  <a:pt x="2510097" y="452796"/>
                </a:lnTo>
                <a:cubicBezTo>
                  <a:pt x="2510097" y="475302"/>
                  <a:pt x="2522290" y="485689"/>
                  <a:pt x="2542957" y="485689"/>
                </a:cubicBezTo>
                <a:lnTo>
                  <a:pt x="2623635" y="485689"/>
                </a:lnTo>
                <a:lnTo>
                  <a:pt x="2623635" y="594410"/>
                </a:lnTo>
                <a:lnTo>
                  <a:pt x="2539238" y="594410"/>
                </a:lnTo>
                <a:cubicBezTo>
                  <a:pt x="2448703" y="594410"/>
                  <a:pt x="2396733" y="540483"/>
                  <a:pt x="2396733" y="446565"/>
                </a:cubicBezTo>
                <a:lnTo>
                  <a:pt x="2396733" y="257863"/>
                </a:lnTo>
                <a:lnTo>
                  <a:pt x="2319514" y="257863"/>
                </a:lnTo>
                <a:lnTo>
                  <a:pt x="2319514" y="160483"/>
                </a:lnTo>
                <a:lnTo>
                  <a:pt x="2346925" y="160483"/>
                </a:lnTo>
                <a:cubicBezTo>
                  <a:pt x="2374337" y="160483"/>
                  <a:pt x="2396647" y="154078"/>
                  <a:pt x="2396647" y="110710"/>
                </a:cubicBezTo>
                <a:close/>
                <a:moveTo>
                  <a:pt x="973584" y="52023"/>
                </a:moveTo>
                <a:lnTo>
                  <a:pt x="973584" y="377403"/>
                </a:lnTo>
                <a:cubicBezTo>
                  <a:pt x="935104" y="377403"/>
                  <a:pt x="896451" y="388397"/>
                  <a:pt x="859355" y="425617"/>
                </a:cubicBezTo>
                <a:cubicBezTo>
                  <a:pt x="782309" y="502829"/>
                  <a:pt x="826323" y="589389"/>
                  <a:pt x="761469" y="654396"/>
                </a:cubicBezTo>
                <a:cubicBezTo>
                  <a:pt x="733798" y="682182"/>
                  <a:pt x="694108" y="702870"/>
                  <a:pt x="649056" y="702870"/>
                </a:cubicBezTo>
                <a:lnTo>
                  <a:pt x="649056" y="377490"/>
                </a:lnTo>
                <a:cubicBezTo>
                  <a:pt x="687190" y="377490"/>
                  <a:pt x="726189" y="366496"/>
                  <a:pt x="763285" y="329276"/>
                </a:cubicBezTo>
                <a:cubicBezTo>
                  <a:pt x="840331" y="252064"/>
                  <a:pt x="796317" y="165590"/>
                  <a:pt x="861171" y="100497"/>
                </a:cubicBezTo>
                <a:cubicBezTo>
                  <a:pt x="888928" y="72711"/>
                  <a:pt x="929570" y="52369"/>
                  <a:pt x="973584" y="52023"/>
                </a:cubicBezTo>
                <a:close/>
                <a:moveTo>
                  <a:pt x="649056" y="52023"/>
                </a:moveTo>
                <a:lnTo>
                  <a:pt x="649056" y="377403"/>
                </a:lnTo>
                <a:cubicBezTo>
                  <a:pt x="610576" y="377403"/>
                  <a:pt x="571923" y="388397"/>
                  <a:pt x="534826" y="425617"/>
                </a:cubicBezTo>
                <a:cubicBezTo>
                  <a:pt x="457781" y="502829"/>
                  <a:pt x="501794" y="589389"/>
                  <a:pt x="436941" y="654396"/>
                </a:cubicBezTo>
                <a:cubicBezTo>
                  <a:pt x="409270" y="682182"/>
                  <a:pt x="369579" y="702870"/>
                  <a:pt x="324528" y="702870"/>
                </a:cubicBezTo>
                <a:lnTo>
                  <a:pt x="324528" y="377490"/>
                </a:lnTo>
                <a:cubicBezTo>
                  <a:pt x="362662" y="377490"/>
                  <a:pt x="401661" y="366496"/>
                  <a:pt x="438757" y="329276"/>
                </a:cubicBezTo>
                <a:cubicBezTo>
                  <a:pt x="515803" y="252064"/>
                  <a:pt x="471789" y="165590"/>
                  <a:pt x="536643" y="100497"/>
                </a:cubicBezTo>
                <a:cubicBezTo>
                  <a:pt x="564400" y="72711"/>
                  <a:pt x="605042" y="52369"/>
                  <a:pt x="649056" y="52023"/>
                </a:cubicBezTo>
                <a:close/>
                <a:moveTo>
                  <a:pt x="324528" y="52023"/>
                </a:moveTo>
                <a:lnTo>
                  <a:pt x="324528" y="377403"/>
                </a:lnTo>
                <a:cubicBezTo>
                  <a:pt x="286048" y="377403"/>
                  <a:pt x="247396" y="388397"/>
                  <a:pt x="210299" y="425617"/>
                </a:cubicBezTo>
                <a:cubicBezTo>
                  <a:pt x="133253" y="502829"/>
                  <a:pt x="177267" y="589389"/>
                  <a:pt x="112413" y="654396"/>
                </a:cubicBezTo>
                <a:cubicBezTo>
                  <a:pt x="84742" y="682182"/>
                  <a:pt x="44014" y="702610"/>
                  <a:pt x="0" y="702870"/>
                </a:cubicBezTo>
                <a:lnTo>
                  <a:pt x="0" y="377490"/>
                </a:lnTo>
                <a:cubicBezTo>
                  <a:pt x="38134" y="377490"/>
                  <a:pt x="77133" y="366496"/>
                  <a:pt x="114229" y="329276"/>
                </a:cubicBezTo>
                <a:cubicBezTo>
                  <a:pt x="191275" y="252064"/>
                  <a:pt x="147261" y="165590"/>
                  <a:pt x="212115" y="100497"/>
                </a:cubicBezTo>
                <a:cubicBezTo>
                  <a:pt x="239873" y="72711"/>
                  <a:pt x="280514" y="52369"/>
                  <a:pt x="324528" y="52023"/>
                </a:cubicBezTo>
                <a:close/>
                <a:moveTo>
                  <a:pt x="2750402" y="0"/>
                </a:moveTo>
                <a:cubicBezTo>
                  <a:pt x="2784977" y="0"/>
                  <a:pt x="2813007" y="28058"/>
                  <a:pt x="2813007" y="62669"/>
                </a:cubicBezTo>
                <a:cubicBezTo>
                  <a:pt x="2813007" y="97281"/>
                  <a:pt x="2784977" y="125339"/>
                  <a:pt x="2750402" y="125339"/>
                </a:cubicBezTo>
                <a:cubicBezTo>
                  <a:pt x="2715826" y="125339"/>
                  <a:pt x="2687796" y="97281"/>
                  <a:pt x="2687796" y="62669"/>
                </a:cubicBezTo>
                <a:cubicBezTo>
                  <a:pt x="2687796" y="28058"/>
                  <a:pt x="2715826" y="0"/>
                  <a:pt x="2750402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39" name="Espaço Reservado para Texto 38">
            <a:extLst>
              <a:ext uri="{FF2B5EF4-FFF2-40B4-BE49-F238E27FC236}">
                <a16:creationId xmlns:a16="http://schemas.microsoft.com/office/drawing/2014/main" id="{EFAB13B9-5F76-D987-2F4E-DCE77A775F5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 flipH="1">
            <a:off x="10314375" y="16330"/>
            <a:ext cx="1877625" cy="2311989"/>
          </a:xfrm>
          <a:custGeom>
            <a:avLst/>
            <a:gdLst>
              <a:gd name="connsiteX0" fmla="*/ 1877625 w 1877625"/>
              <a:gd name="connsiteY0" fmla="*/ 0 h 2311989"/>
              <a:gd name="connsiteX1" fmla="*/ 0 w 1877625"/>
              <a:gd name="connsiteY1" fmla="*/ 0 h 2311989"/>
              <a:gd name="connsiteX2" fmla="*/ 0 w 1877625"/>
              <a:gd name="connsiteY2" fmla="*/ 2311989 h 2311989"/>
              <a:gd name="connsiteX3" fmla="*/ 28040 w 1877625"/>
              <a:gd name="connsiteY3" fmla="*/ 2216315 h 2311989"/>
              <a:gd name="connsiteX4" fmla="*/ 678505 w 1877625"/>
              <a:gd name="connsiteY4" fmla="*/ 511967 h 2311989"/>
              <a:gd name="connsiteX5" fmla="*/ 1877625 w 1877625"/>
              <a:gd name="connsiteY5" fmla="*/ 6059 h 2311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7625" h="2311989">
                <a:moveTo>
                  <a:pt x="1877625" y="0"/>
                </a:moveTo>
                <a:lnTo>
                  <a:pt x="0" y="0"/>
                </a:lnTo>
                <a:lnTo>
                  <a:pt x="0" y="2311989"/>
                </a:lnTo>
                <a:lnTo>
                  <a:pt x="28040" y="2216315"/>
                </a:lnTo>
                <a:cubicBezTo>
                  <a:pt x="167083" y="1671924"/>
                  <a:pt x="122462" y="1068977"/>
                  <a:pt x="678505" y="511967"/>
                </a:cubicBezTo>
                <a:cubicBezTo>
                  <a:pt x="1067912" y="121405"/>
                  <a:pt x="1477312" y="6059"/>
                  <a:pt x="1877625" y="6059"/>
                </a:cubicBezTo>
                <a:close/>
              </a:path>
            </a:pathLst>
          </a:custGeom>
          <a:solidFill>
            <a:srgbClr val="4810D1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44" name="Título 9">
            <a:extLst>
              <a:ext uri="{FF2B5EF4-FFF2-40B4-BE49-F238E27FC236}">
                <a16:creationId xmlns:a16="http://schemas.microsoft.com/office/drawing/2014/main" id="{332BF584-52A7-90C7-9C4B-964EE5029C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2000" y="3365500"/>
            <a:ext cx="4635500" cy="114300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45" name="Espaço Reservado para Texto 25">
            <a:extLst>
              <a:ext uri="{FF2B5EF4-FFF2-40B4-BE49-F238E27FC236}">
                <a16:creationId xmlns:a16="http://schemas.microsoft.com/office/drawing/2014/main" id="{E9ED2E94-3947-A876-2761-1B84E5B8EB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40575" y="4750690"/>
            <a:ext cx="4635500" cy="3302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46" name="Espaço Reservado para Texto 25">
            <a:extLst>
              <a:ext uri="{FF2B5EF4-FFF2-40B4-BE49-F238E27FC236}">
                <a16:creationId xmlns:a16="http://schemas.microsoft.com/office/drawing/2014/main" id="{D9021595-99CA-B0AD-1C3D-41EF67425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40575" y="5983481"/>
            <a:ext cx="4635500" cy="43088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 /00 /2025</a:t>
            </a:r>
          </a:p>
        </p:txBody>
      </p:sp>
    </p:spTree>
    <p:extLst>
      <p:ext uri="{BB962C8B-B14F-4D97-AF65-F5344CB8AC3E}">
        <p14:creationId xmlns:p14="http://schemas.microsoft.com/office/powerpoint/2010/main" val="38352623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ço Reservado para Texto 25">
            <a:extLst>
              <a:ext uri="{FF2B5EF4-FFF2-40B4-BE49-F238E27FC236}">
                <a16:creationId xmlns:a16="http://schemas.microsoft.com/office/drawing/2014/main" id="{04EEF641-DC0B-8A77-C1CA-AE9D71D9C9A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932569" y="1"/>
            <a:ext cx="5179428" cy="6858000"/>
          </a:xfrm>
          <a:custGeom>
            <a:avLst/>
            <a:gdLst>
              <a:gd name="connsiteX0" fmla="*/ 2564981 w 5129431"/>
              <a:gd name="connsiteY0" fmla="*/ 4280947 h 6858000"/>
              <a:gd name="connsiteX1" fmla="*/ 2564981 w 5129431"/>
              <a:gd name="connsiteY1" fmla="*/ 6852508 h 6858000"/>
              <a:gd name="connsiteX2" fmla="*/ 2437485 w 5129431"/>
              <a:gd name="connsiteY2" fmla="*/ 6858000 h 6858000"/>
              <a:gd name="connsiteX3" fmla="*/ 0 w 5129431"/>
              <a:gd name="connsiteY3" fmla="*/ 6858000 h 6858000"/>
              <a:gd name="connsiteX4" fmla="*/ 0 w 5129431"/>
              <a:gd name="connsiteY4" fmla="*/ 6853184 h 6858000"/>
              <a:gd name="connsiteX5" fmla="*/ 902826 w 5129431"/>
              <a:gd name="connsiteY5" fmla="*/ 6472140 h 6858000"/>
              <a:gd name="connsiteX6" fmla="*/ 1676489 w 5129431"/>
              <a:gd name="connsiteY6" fmla="*/ 4664055 h 6858000"/>
              <a:gd name="connsiteX7" fmla="*/ 2564981 w 5129431"/>
              <a:gd name="connsiteY7" fmla="*/ 4280947 h 6858000"/>
              <a:gd name="connsiteX8" fmla="*/ 2564450 w 5129431"/>
              <a:gd name="connsiteY8" fmla="*/ 1709002 h 6858000"/>
              <a:gd name="connsiteX9" fmla="*/ 3452941 w 5129431"/>
              <a:gd name="connsiteY9" fmla="*/ 2092111 h 6858000"/>
              <a:gd name="connsiteX10" fmla="*/ 4226607 w 5129431"/>
              <a:gd name="connsiteY10" fmla="*/ 3900203 h 6858000"/>
              <a:gd name="connsiteX11" fmla="*/ 5129431 w 5129431"/>
              <a:gd name="connsiteY11" fmla="*/ 4281239 h 6858000"/>
              <a:gd name="connsiteX12" fmla="*/ 5129431 w 5129431"/>
              <a:gd name="connsiteY12" fmla="*/ 6852802 h 6858000"/>
              <a:gd name="connsiteX13" fmla="*/ 4240938 w 5129431"/>
              <a:gd name="connsiteY13" fmla="*/ 6469694 h 6858000"/>
              <a:gd name="connsiteX14" fmla="*/ 3467275 w 5129431"/>
              <a:gd name="connsiteY14" fmla="*/ 4661609 h 6858000"/>
              <a:gd name="connsiteX15" fmla="*/ 2564450 w 5129431"/>
              <a:gd name="connsiteY15" fmla="*/ 4280565 h 6858000"/>
              <a:gd name="connsiteX16" fmla="*/ 3769187 w 5129431"/>
              <a:gd name="connsiteY16" fmla="*/ 0 h 6858000"/>
              <a:gd name="connsiteX17" fmla="*/ 5120477 w 5129431"/>
              <a:gd name="connsiteY17" fmla="*/ 0 h 6858000"/>
              <a:gd name="connsiteX18" fmla="*/ 5120477 w 5129431"/>
              <a:gd name="connsiteY18" fmla="*/ 1709686 h 6858000"/>
              <a:gd name="connsiteX19" fmla="*/ 4231984 w 5129431"/>
              <a:gd name="connsiteY19" fmla="*/ 1326578 h 6858000"/>
              <a:gd name="connsiteX20" fmla="*/ 3769187 w 5129431"/>
              <a:gd name="connsiteY2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5129431" h="6858000">
                <a:moveTo>
                  <a:pt x="2564981" y="4280947"/>
                </a:moveTo>
                <a:lnTo>
                  <a:pt x="2564981" y="6852508"/>
                </a:lnTo>
                <a:cubicBezTo>
                  <a:pt x="2522595" y="6852508"/>
                  <a:pt x="2480075" y="6854226"/>
                  <a:pt x="2437485" y="6858000"/>
                </a:cubicBezTo>
                <a:lnTo>
                  <a:pt x="0" y="6858000"/>
                </a:lnTo>
                <a:lnTo>
                  <a:pt x="0" y="6853184"/>
                </a:lnTo>
                <a:cubicBezTo>
                  <a:pt x="304139" y="6853184"/>
                  <a:pt x="609641" y="6766304"/>
                  <a:pt x="902826" y="6472140"/>
                </a:cubicBezTo>
                <a:cubicBezTo>
                  <a:pt x="1511769" y="5861909"/>
                  <a:pt x="1163902" y="5177812"/>
                  <a:pt x="1676489" y="4664055"/>
                </a:cubicBezTo>
                <a:cubicBezTo>
                  <a:pt x="1895204" y="4444455"/>
                  <a:pt x="2208896" y="4280947"/>
                  <a:pt x="2564981" y="4280947"/>
                </a:cubicBezTo>
                <a:close/>
                <a:moveTo>
                  <a:pt x="2564450" y="1709002"/>
                </a:moveTo>
                <a:cubicBezTo>
                  <a:pt x="2912317" y="1711740"/>
                  <a:pt x="3233554" y="1872518"/>
                  <a:pt x="3452941" y="2092111"/>
                </a:cubicBezTo>
                <a:cubicBezTo>
                  <a:pt x="3965528" y="2606543"/>
                  <a:pt x="3617662" y="3289972"/>
                  <a:pt x="4226607" y="3900203"/>
                </a:cubicBezTo>
                <a:cubicBezTo>
                  <a:pt x="4519789" y="4194359"/>
                  <a:pt x="4828027" y="4281239"/>
                  <a:pt x="5129431" y="4281239"/>
                </a:cubicBezTo>
                <a:lnTo>
                  <a:pt x="5129431" y="6852802"/>
                </a:lnTo>
                <a:cubicBezTo>
                  <a:pt x="4773345" y="6852802"/>
                  <a:pt x="4459653" y="6689295"/>
                  <a:pt x="4240938" y="6469694"/>
                </a:cubicBezTo>
                <a:cubicBezTo>
                  <a:pt x="3728351" y="5955937"/>
                  <a:pt x="4076218" y="5271841"/>
                  <a:pt x="3467275" y="4661609"/>
                </a:cubicBezTo>
                <a:cubicBezTo>
                  <a:pt x="3174091" y="4367445"/>
                  <a:pt x="2868588" y="4280565"/>
                  <a:pt x="2564450" y="4280565"/>
                </a:cubicBezTo>
                <a:close/>
                <a:moveTo>
                  <a:pt x="3769187" y="0"/>
                </a:moveTo>
                <a:lnTo>
                  <a:pt x="5120477" y="0"/>
                </a:lnTo>
                <a:lnTo>
                  <a:pt x="5120477" y="1709686"/>
                </a:lnTo>
                <a:cubicBezTo>
                  <a:pt x="4764390" y="1709686"/>
                  <a:pt x="4450698" y="1546179"/>
                  <a:pt x="4231984" y="1326578"/>
                </a:cubicBezTo>
                <a:cubicBezTo>
                  <a:pt x="3851278" y="945000"/>
                  <a:pt x="3945140" y="469456"/>
                  <a:pt x="3769187" y="0"/>
                </a:cubicBezTo>
                <a:close/>
              </a:path>
            </a:pathLst>
          </a:custGeom>
          <a:solidFill>
            <a:srgbClr val="4810D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5" name="Título 9">
            <a:extLst>
              <a:ext uri="{FF2B5EF4-FFF2-40B4-BE49-F238E27FC236}">
                <a16:creationId xmlns:a16="http://schemas.microsoft.com/office/drawing/2014/main" id="{98CBC0A1-7CF3-A883-0603-99EF63BCA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365500"/>
            <a:ext cx="5715000" cy="114300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16" name="Espaço Reservado para Texto 25">
            <a:extLst>
              <a:ext uri="{FF2B5EF4-FFF2-40B4-BE49-F238E27FC236}">
                <a16:creationId xmlns:a16="http://schemas.microsoft.com/office/drawing/2014/main" id="{E1295060-9C1B-5762-6CFA-0DF3E272C2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765438"/>
            <a:ext cx="5715000" cy="330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17" name="Espaço Reservado para Texto 25">
            <a:extLst>
              <a:ext uri="{FF2B5EF4-FFF2-40B4-BE49-F238E27FC236}">
                <a16:creationId xmlns:a16="http://schemas.microsoft.com/office/drawing/2014/main" id="{DB6EDB95-3751-7D1A-809F-151394DC71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6012977"/>
            <a:ext cx="5715000" cy="430887"/>
          </a:xfrm>
        </p:spPr>
        <p:txBody>
          <a:bodyPr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 /00 /2025</a:t>
            </a:r>
          </a:p>
        </p:txBody>
      </p:sp>
      <p:sp>
        <p:nvSpPr>
          <p:cNvPr id="43" name="Espaço Reservado para Texto 42">
            <a:extLst>
              <a:ext uri="{FF2B5EF4-FFF2-40B4-BE49-F238E27FC236}">
                <a16:creationId xmlns:a16="http://schemas.microsoft.com/office/drawing/2014/main" id="{AEFA1C5A-028F-DDDD-B83B-95F0BC9618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839826" y="0"/>
            <a:ext cx="1349447" cy="1710487"/>
          </a:xfrm>
          <a:custGeom>
            <a:avLst/>
            <a:gdLst>
              <a:gd name="connsiteX0" fmla="*/ 0 w 1349447"/>
              <a:gd name="connsiteY0" fmla="*/ 0 h 1710487"/>
              <a:gd name="connsiteX1" fmla="*/ 1349447 w 1349447"/>
              <a:gd name="connsiteY1" fmla="*/ 0 h 1710487"/>
              <a:gd name="connsiteX2" fmla="*/ 1349447 w 1349447"/>
              <a:gd name="connsiteY2" fmla="*/ 1710487 h 1710487"/>
              <a:gd name="connsiteX3" fmla="*/ 463053 w 1349447"/>
              <a:gd name="connsiteY3" fmla="*/ 1327410 h 1710487"/>
              <a:gd name="connsiteX4" fmla="*/ 0 w 1349447"/>
              <a:gd name="connsiteY4" fmla="*/ 0 h 171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9447" h="1710487">
                <a:moveTo>
                  <a:pt x="0" y="0"/>
                </a:moveTo>
                <a:lnTo>
                  <a:pt x="1349447" y="0"/>
                </a:lnTo>
                <a:lnTo>
                  <a:pt x="1349447" y="1710487"/>
                </a:lnTo>
                <a:cubicBezTo>
                  <a:pt x="1002382" y="1707112"/>
                  <a:pt x="681992" y="1546560"/>
                  <a:pt x="463053" y="1327410"/>
                </a:cubicBezTo>
                <a:cubicBezTo>
                  <a:pt x="82196" y="945135"/>
                  <a:pt x="176305" y="469530"/>
                  <a:pt x="0" y="0"/>
                </a:cubicBezTo>
                <a:close/>
              </a:path>
            </a:pathLst>
          </a:custGeom>
          <a:solidFill>
            <a:srgbClr val="4810D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46" name="Espaço Reservado para Imagem 45">
            <a:extLst>
              <a:ext uri="{FF2B5EF4-FFF2-40B4-BE49-F238E27FC236}">
                <a16:creationId xmlns:a16="http://schemas.microsoft.com/office/drawing/2014/main" id="{19280099-8ACE-5ACB-0FFF-B7231D8E7F6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16519" y="12700"/>
            <a:ext cx="5080001" cy="6845300"/>
          </a:xfrm>
          <a:custGeom>
            <a:avLst/>
            <a:gdLst>
              <a:gd name="connsiteX0" fmla="*/ 2510005 w 5080001"/>
              <a:gd name="connsiteY0" fmla="*/ 4267477 h 6845300"/>
              <a:gd name="connsiteX1" fmla="*/ 2510005 w 5080001"/>
              <a:gd name="connsiteY1" fmla="*/ 6832288 h 6845300"/>
              <a:gd name="connsiteX2" fmla="*/ 4944536 w 5080001"/>
              <a:gd name="connsiteY2" fmla="*/ 6832288 h 6845300"/>
              <a:gd name="connsiteX3" fmla="*/ 4943997 w 5080001"/>
              <a:gd name="connsiteY3" fmla="*/ 6832258 h 6845300"/>
              <a:gd name="connsiteX4" fmla="*/ 4186797 w 5080001"/>
              <a:gd name="connsiteY4" fmla="*/ 6456605 h 6845300"/>
              <a:gd name="connsiteX5" fmla="*/ 3412927 w 5080001"/>
              <a:gd name="connsiteY5" fmla="*/ 4648519 h 6845300"/>
              <a:gd name="connsiteX6" fmla="*/ 2624039 w 5080001"/>
              <a:gd name="connsiteY6" fmla="*/ 4271782 h 6845300"/>
              <a:gd name="connsiteX7" fmla="*/ 2510005 w 5080001"/>
              <a:gd name="connsiteY7" fmla="*/ 312 h 6845300"/>
              <a:gd name="connsiteX8" fmla="*/ 2510005 w 5080001"/>
              <a:gd name="connsiteY8" fmla="*/ 1695916 h 6845300"/>
              <a:gd name="connsiteX9" fmla="*/ 2639017 w 5080001"/>
              <a:gd name="connsiteY9" fmla="*/ 1704152 h 6845300"/>
              <a:gd name="connsiteX10" fmla="*/ 3398613 w 5080001"/>
              <a:gd name="connsiteY10" fmla="*/ 2079019 h 6845300"/>
              <a:gd name="connsiteX11" fmla="*/ 4172482 w 5080001"/>
              <a:gd name="connsiteY11" fmla="*/ 3887112 h 6845300"/>
              <a:gd name="connsiteX12" fmla="*/ 5075481 w 5080001"/>
              <a:gd name="connsiteY12" fmla="*/ 4268149 h 6845300"/>
              <a:gd name="connsiteX13" fmla="*/ 5075481 w 5080001"/>
              <a:gd name="connsiteY13" fmla="*/ 312 h 6845300"/>
              <a:gd name="connsiteX14" fmla="*/ 0 w 5080001"/>
              <a:gd name="connsiteY14" fmla="*/ 0 h 6845300"/>
              <a:gd name="connsiteX15" fmla="*/ 5080001 w 5080001"/>
              <a:gd name="connsiteY15" fmla="*/ 0 h 6845300"/>
              <a:gd name="connsiteX16" fmla="*/ 5080001 w 5080001"/>
              <a:gd name="connsiteY16" fmla="*/ 6845300 h 6845300"/>
              <a:gd name="connsiteX17" fmla="*/ 0 w 5080001"/>
              <a:gd name="connsiteY17" fmla="*/ 6845300 h 6845300"/>
              <a:gd name="connsiteX18" fmla="*/ 0 w 5080001"/>
              <a:gd name="connsiteY18" fmla="*/ 6832288 h 6845300"/>
              <a:gd name="connsiteX19" fmla="*/ 157138 w 5080001"/>
              <a:gd name="connsiteY19" fmla="*/ 6832288 h 6845300"/>
              <a:gd name="connsiteX20" fmla="*/ 250604 w 5080001"/>
              <a:gd name="connsiteY20" fmla="*/ 6813494 h 6845300"/>
              <a:gd name="connsiteX21" fmla="*/ 841216 w 5080001"/>
              <a:gd name="connsiteY21" fmla="*/ 6467315 h 6845300"/>
              <a:gd name="connsiteX22" fmla="*/ 1617991 w 5080001"/>
              <a:gd name="connsiteY22" fmla="*/ 4652054 h 6845300"/>
              <a:gd name="connsiteX23" fmla="*/ 2380441 w 5080001"/>
              <a:gd name="connsiteY23" fmla="*/ 4275696 h 6845300"/>
              <a:gd name="connsiteX24" fmla="*/ 2509929 w 5080001"/>
              <a:gd name="connsiteY24" fmla="*/ 4267428 h 6845300"/>
              <a:gd name="connsiteX25" fmla="*/ 2509929 w 5080001"/>
              <a:gd name="connsiteY25" fmla="*/ 1696868 h 6845300"/>
              <a:gd name="connsiteX26" fmla="*/ 2395919 w 5080001"/>
              <a:gd name="connsiteY26" fmla="*/ 1701173 h 6845300"/>
              <a:gd name="connsiteX27" fmla="*/ 1607202 w 5080001"/>
              <a:gd name="connsiteY27" fmla="*/ 2077910 h 6845300"/>
              <a:gd name="connsiteX28" fmla="*/ 833499 w 5080001"/>
              <a:gd name="connsiteY28" fmla="*/ 3885996 h 6845300"/>
              <a:gd name="connsiteX29" fmla="*/ 76447 w 5080001"/>
              <a:gd name="connsiteY29" fmla="*/ 4261649 h 6845300"/>
              <a:gd name="connsiteX30" fmla="*/ 0 w 5080001"/>
              <a:gd name="connsiteY30" fmla="*/ 4265985 h 6845300"/>
              <a:gd name="connsiteX31" fmla="*/ 0 w 5080001"/>
              <a:gd name="connsiteY31" fmla="*/ 1695451 h 6845300"/>
              <a:gd name="connsiteX32" fmla="*/ 58321 w 5080001"/>
              <a:gd name="connsiteY32" fmla="*/ 1693233 h 6845300"/>
              <a:gd name="connsiteX33" fmla="*/ 847811 w 5080001"/>
              <a:gd name="connsiteY33" fmla="*/ 1316503 h 6845300"/>
              <a:gd name="connsiteX34" fmla="*/ 1311673 w 5080001"/>
              <a:gd name="connsiteY34" fmla="*/ 147657 h 6845300"/>
              <a:gd name="connsiteX35" fmla="*/ 1346799 w 5080001"/>
              <a:gd name="connsiteY35" fmla="*/ 312 h 6845300"/>
              <a:gd name="connsiteX36" fmla="*/ 0 w 5080001"/>
              <a:gd name="connsiteY36" fmla="*/ 312 h 684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080001" h="6845300">
                <a:moveTo>
                  <a:pt x="2510005" y="4267477"/>
                </a:moveTo>
                <a:lnTo>
                  <a:pt x="2510005" y="6832288"/>
                </a:lnTo>
                <a:lnTo>
                  <a:pt x="4944536" y="6832288"/>
                </a:lnTo>
                <a:lnTo>
                  <a:pt x="4943997" y="6832258"/>
                </a:lnTo>
                <a:cubicBezTo>
                  <a:pt x="4642328" y="6797959"/>
                  <a:pt x="4378213" y="6648755"/>
                  <a:pt x="4186797" y="6456605"/>
                </a:cubicBezTo>
                <a:cubicBezTo>
                  <a:pt x="3674106" y="5942847"/>
                  <a:pt x="4021995" y="5258749"/>
                  <a:pt x="3412927" y="4648519"/>
                </a:cubicBezTo>
                <a:cubicBezTo>
                  <a:pt x="3156329" y="4391125"/>
                  <a:pt x="2890319" y="4292433"/>
                  <a:pt x="2624039" y="4271782"/>
                </a:cubicBezTo>
                <a:close/>
                <a:moveTo>
                  <a:pt x="2510005" y="312"/>
                </a:moveTo>
                <a:lnTo>
                  <a:pt x="2510005" y="1695916"/>
                </a:lnTo>
                <a:lnTo>
                  <a:pt x="2639017" y="1704152"/>
                </a:lnTo>
                <a:cubicBezTo>
                  <a:pt x="2936623" y="1739762"/>
                  <a:pt x="3206606" y="1886876"/>
                  <a:pt x="3398613" y="2079019"/>
                </a:cubicBezTo>
                <a:cubicBezTo>
                  <a:pt x="3911303" y="2593452"/>
                  <a:pt x="3563339" y="3276882"/>
                  <a:pt x="4172482" y="3887112"/>
                </a:cubicBezTo>
                <a:cubicBezTo>
                  <a:pt x="4465663" y="4181270"/>
                  <a:pt x="4773982" y="4268149"/>
                  <a:pt x="5075481" y="4268149"/>
                </a:cubicBezTo>
                <a:lnTo>
                  <a:pt x="5075481" y="312"/>
                </a:lnTo>
                <a:close/>
                <a:moveTo>
                  <a:pt x="0" y="0"/>
                </a:moveTo>
                <a:lnTo>
                  <a:pt x="5080001" y="0"/>
                </a:lnTo>
                <a:lnTo>
                  <a:pt x="5080001" y="6845300"/>
                </a:lnTo>
                <a:lnTo>
                  <a:pt x="0" y="6845300"/>
                </a:lnTo>
                <a:lnTo>
                  <a:pt x="0" y="6832288"/>
                </a:lnTo>
                <a:lnTo>
                  <a:pt x="157138" y="6832288"/>
                </a:lnTo>
                <a:lnTo>
                  <a:pt x="250604" y="6813494"/>
                </a:lnTo>
                <a:cubicBezTo>
                  <a:pt x="449856" y="6764547"/>
                  <a:pt x="648803" y="6660422"/>
                  <a:pt x="841216" y="6467315"/>
                </a:cubicBezTo>
                <a:cubicBezTo>
                  <a:pt x="1452626" y="5854663"/>
                  <a:pt x="1103388" y="5168526"/>
                  <a:pt x="1617991" y="4652054"/>
                </a:cubicBezTo>
                <a:cubicBezTo>
                  <a:pt x="1810742" y="4459143"/>
                  <a:pt x="2081741" y="4311445"/>
                  <a:pt x="2380441" y="4275696"/>
                </a:cubicBezTo>
                <a:lnTo>
                  <a:pt x="2509929" y="4267428"/>
                </a:lnTo>
                <a:lnTo>
                  <a:pt x="2509929" y="1696868"/>
                </a:lnTo>
                <a:lnTo>
                  <a:pt x="2395919" y="1701173"/>
                </a:lnTo>
                <a:cubicBezTo>
                  <a:pt x="2129695" y="1721824"/>
                  <a:pt x="1863745" y="1820516"/>
                  <a:pt x="1607202" y="2077910"/>
                </a:cubicBezTo>
                <a:cubicBezTo>
                  <a:pt x="998265" y="2688141"/>
                  <a:pt x="1346079" y="3372238"/>
                  <a:pt x="833499" y="3885996"/>
                </a:cubicBezTo>
                <a:cubicBezTo>
                  <a:pt x="642125" y="4078146"/>
                  <a:pt x="378010" y="4227350"/>
                  <a:pt x="76447" y="4261649"/>
                </a:cubicBezTo>
                <a:lnTo>
                  <a:pt x="0" y="4265985"/>
                </a:lnTo>
                <a:lnTo>
                  <a:pt x="0" y="1695451"/>
                </a:lnTo>
                <a:lnTo>
                  <a:pt x="58321" y="1693233"/>
                </a:lnTo>
                <a:cubicBezTo>
                  <a:pt x="323251" y="1672582"/>
                  <a:pt x="591334" y="1573891"/>
                  <a:pt x="847811" y="1316503"/>
                </a:cubicBezTo>
                <a:cubicBezTo>
                  <a:pt x="1227741" y="935766"/>
                  <a:pt x="1235305" y="526555"/>
                  <a:pt x="1311673" y="147657"/>
                </a:cubicBezTo>
                <a:lnTo>
                  <a:pt x="1346799" y="312"/>
                </a:lnTo>
                <a:lnTo>
                  <a:pt x="0" y="31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pt-BR" dirty="0"/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738C17B0-787E-D720-D93A-002188AB7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7864" y="187219"/>
            <a:ext cx="3331232" cy="132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460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09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9" name="Título 9">
            <a:extLst>
              <a:ext uri="{FF2B5EF4-FFF2-40B4-BE49-F238E27FC236}">
                <a16:creationId xmlns:a16="http://schemas.microsoft.com/office/drawing/2014/main" id="{5AD8E1FD-7885-080A-32FF-008536809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0" y="3365500"/>
            <a:ext cx="3810000" cy="114300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10" name="Espaço Reservado para Texto 25">
            <a:extLst>
              <a:ext uri="{FF2B5EF4-FFF2-40B4-BE49-F238E27FC236}">
                <a16:creationId xmlns:a16="http://schemas.microsoft.com/office/drawing/2014/main" id="{30E54389-E7BA-FB71-CFB0-31F735E7EDB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37500" y="4765438"/>
            <a:ext cx="3810000" cy="33020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11" name="Espaço Reservado para Texto 25">
            <a:extLst>
              <a:ext uri="{FF2B5EF4-FFF2-40B4-BE49-F238E27FC236}">
                <a16:creationId xmlns:a16="http://schemas.microsoft.com/office/drawing/2014/main" id="{05EF4831-AC30-DECA-4CF8-24788B92EAE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37500" y="6012977"/>
            <a:ext cx="3810000" cy="43088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00/00/2025</a:t>
            </a: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F0A8DF03-8A98-B71A-CE62-E51F5F6332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8488"/>
            <a:ext cx="12191934" cy="6849512"/>
          </a:xfrm>
          <a:custGeom>
            <a:avLst/>
            <a:gdLst>
              <a:gd name="connsiteX0" fmla="*/ 4934958 w 12191934"/>
              <a:gd name="connsiteY0" fmla="*/ 0 h 6849512"/>
              <a:gd name="connsiteX1" fmla="*/ 12191934 w 12191934"/>
              <a:gd name="connsiteY1" fmla="*/ 0 h 6849512"/>
              <a:gd name="connsiteX2" fmla="*/ 12191934 w 12191934"/>
              <a:gd name="connsiteY2" fmla="*/ 1082366 h 6849512"/>
              <a:gd name="connsiteX3" fmla="*/ 11248754 w 12191934"/>
              <a:gd name="connsiteY3" fmla="*/ 1079718 h 6849512"/>
              <a:gd name="connsiteX4" fmla="*/ 8525972 w 12191934"/>
              <a:gd name="connsiteY4" fmla="*/ 2031656 h 6849512"/>
              <a:gd name="connsiteX5" fmla="*/ 6628030 w 12191934"/>
              <a:gd name="connsiteY5" fmla="*/ 6467123 h 6849512"/>
              <a:gd name="connsiteX6" fmla="*/ 6405478 w 12191934"/>
              <a:gd name="connsiteY6" fmla="*/ 6669664 h 6849512"/>
              <a:gd name="connsiteX7" fmla="*/ 6166325 w 12191934"/>
              <a:gd name="connsiteY7" fmla="*/ 6849512 h 6849512"/>
              <a:gd name="connsiteX8" fmla="*/ 0 w 12191934"/>
              <a:gd name="connsiteY8" fmla="*/ 6849512 h 6849512"/>
              <a:gd name="connsiteX9" fmla="*/ 0 w 12191934"/>
              <a:gd name="connsiteY9" fmla="*/ 5752254 h 6849512"/>
              <a:gd name="connsiteX10" fmla="*/ 344930 w 12191934"/>
              <a:gd name="connsiteY10" fmla="*/ 5741429 h 6849512"/>
              <a:gd name="connsiteX11" fmla="*/ 2568893 w 12191934"/>
              <a:gd name="connsiteY11" fmla="*/ 4804482 h 6849512"/>
              <a:gd name="connsiteX12" fmla="*/ 4466889 w 12191934"/>
              <a:gd name="connsiteY12" fmla="*/ 385713 h 6849512"/>
              <a:gd name="connsiteX13" fmla="*/ 4689445 w 12191934"/>
              <a:gd name="connsiteY13" fmla="*/ 183934 h 6849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934" h="6849512">
                <a:moveTo>
                  <a:pt x="4934958" y="0"/>
                </a:moveTo>
                <a:lnTo>
                  <a:pt x="12191934" y="0"/>
                </a:lnTo>
                <a:lnTo>
                  <a:pt x="12191934" y="1082366"/>
                </a:lnTo>
                <a:lnTo>
                  <a:pt x="11248754" y="1079718"/>
                </a:lnTo>
                <a:cubicBezTo>
                  <a:pt x="10255581" y="1076927"/>
                  <a:pt x="9368690" y="1186224"/>
                  <a:pt x="8525972" y="2031656"/>
                </a:cubicBezTo>
                <a:cubicBezTo>
                  <a:pt x="7032250" y="3528512"/>
                  <a:pt x="7885657" y="5204997"/>
                  <a:pt x="6628030" y="6467123"/>
                </a:cubicBezTo>
                <a:cubicBezTo>
                  <a:pt x="6557952" y="6537269"/>
                  <a:pt x="6483629" y="6604959"/>
                  <a:pt x="6405478" y="6669664"/>
                </a:cubicBezTo>
                <a:lnTo>
                  <a:pt x="6166325" y="6849512"/>
                </a:lnTo>
                <a:lnTo>
                  <a:pt x="0" y="6849512"/>
                </a:lnTo>
                <a:lnTo>
                  <a:pt x="0" y="5752254"/>
                </a:lnTo>
                <a:lnTo>
                  <a:pt x="344930" y="5741429"/>
                </a:lnTo>
                <a:cubicBezTo>
                  <a:pt x="1140278" y="5697188"/>
                  <a:pt x="1869830" y="5503196"/>
                  <a:pt x="2568893" y="4804482"/>
                </a:cubicBezTo>
                <a:cubicBezTo>
                  <a:pt x="4062664" y="3313262"/>
                  <a:pt x="3209254" y="1643088"/>
                  <a:pt x="4466889" y="385713"/>
                </a:cubicBezTo>
                <a:cubicBezTo>
                  <a:pt x="4536969" y="315831"/>
                  <a:pt x="4611294" y="248396"/>
                  <a:pt x="4689445" y="18393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rgbClr val="D6D5EB"/>
                </a:solidFill>
              </a:defRPr>
            </a:lvl1pPr>
          </a:lstStyle>
          <a:p>
            <a:endParaRPr lang="pt-BR" dirty="0"/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92820C67-4C00-BA5D-A59D-567E8DFDCC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7864" y="187219"/>
            <a:ext cx="3331232" cy="132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442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pa 1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7B286FF-357F-619B-2126-42871021F6A7}"/>
              </a:ext>
            </a:extLst>
          </p:cNvPr>
          <p:cNvSpPr>
            <a:spLocks/>
          </p:cNvSpPr>
          <p:nvPr userDrawn="1"/>
        </p:nvSpPr>
        <p:spPr>
          <a:xfrm>
            <a:off x="-128337" y="-96253"/>
            <a:ext cx="12327242" cy="7122695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49" name="Espaço Reservado para Imagem 60">
            <a:extLst>
              <a:ext uri="{FF2B5EF4-FFF2-40B4-BE49-F238E27FC236}">
                <a16:creationId xmlns:a16="http://schemas.microsoft.com/office/drawing/2014/main" id="{D318E7BA-5089-CE51-4171-5232BF4AF88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75930" y="0"/>
            <a:ext cx="6022975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62" name="Título 9">
            <a:extLst>
              <a:ext uri="{FF2B5EF4-FFF2-40B4-BE49-F238E27FC236}">
                <a16:creationId xmlns:a16="http://schemas.microsoft.com/office/drawing/2014/main" id="{AA64F965-4AFC-4ED3-08E0-E1FB13014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365500"/>
            <a:ext cx="5568904" cy="1143000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 da</a:t>
            </a:r>
            <a:br>
              <a:rPr lang="pt-BR" dirty="0"/>
            </a:br>
            <a:r>
              <a:rPr lang="pt-BR" dirty="0"/>
              <a:t>Apresentação</a:t>
            </a:r>
          </a:p>
        </p:txBody>
      </p:sp>
      <p:sp>
        <p:nvSpPr>
          <p:cNvPr id="63" name="Espaço Reservado para Texto 25">
            <a:extLst>
              <a:ext uri="{FF2B5EF4-FFF2-40B4-BE49-F238E27FC236}">
                <a16:creationId xmlns:a16="http://schemas.microsoft.com/office/drawing/2014/main" id="{2A6AABFE-D58E-E710-90D0-C4C6610A36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807243"/>
            <a:ext cx="5568904" cy="330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pt-BR" dirty="0"/>
              <a:t>Subtítulo </a:t>
            </a:r>
          </a:p>
        </p:txBody>
      </p:sp>
      <p:sp>
        <p:nvSpPr>
          <p:cNvPr id="64" name="Espaço Reservado para Texto 25">
            <a:extLst>
              <a:ext uri="{FF2B5EF4-FFF2-40B4-BE49-F238E27FC236}">
                <a16:creationId xmlns:a16="http://schemas.microsoft.com/office/drawing/2014/main" id="{13F4B6EB-A711-7BC8-CFF4-04F07D7FBA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6012977"/>
            <a:ext cx="5568904" cy="430887"/>
          </a:xfrm>
        </p:spPr>
        <p:txBody>
          <a:bodyPr wrap="square" anchor="b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pt-BR" dirty="0"/>
              <a:t>Fórum</a:t>
            </a:r>
          </a:p>
          <a:p>
            <a:pPr lvl="0"/>
            <a:r>
              <a:rPr lang="pt-BR" dirty="0"/>
              <a:t>00 /00 /2025</a:t>
            </a:r>
          </a:p>
        </p:txBody>
      </p:sp>
      <p:sp>
        <p:nvSpPr>
          <p:cNvPr id="65" name="Forma Livre 64">
            <a:extLst>
              <a:ext uri="{FF2B5EF4-FFF2-40B4-BE49-F238E27FC236}">
                <a16:creationId xmlns:a16="http://schemas.microsoft.com/office/drawing/2014/main" id="{65D3BB42-ADAD-F3F0-5EF2-5B60E3548D53}"/>
              </a:ext>
            </a:extLst>
          </p:cNvPr>
          <p:cNvSpPr/>
          <p:nvPr userDrawn="1"/>
        </p:nvSpPr>
        <p:spPr>
          <a:xfrm flipH="1">
            <a:off x="9470058" y="-351294"/>
            <a:ext cx="888" cy="4887"/>
          </a:xfrm>
          <a:custGeom>
            <a:avLst/>
            <a:gdLst>
              <a:gd name="connsiteX0" fmla="*/ 388 w 888"/>
              <a:gd name="connsiteY0" fmla="*/ 0 h 4887"/>
              <a:gd name="connsiteX1" fmla="*/ 0 w 888"/>
              <a:gd name="connsiteY1" fmla="*/ 0 h 4887"/>
              <a:gd name="connsiteX2" fmla="*/ 611 w 888"/>
              <a:gd name="connsiteY2" fmla="*/ 4887 h 4887"/>
              <a:gd name="connsiteX3" fmla="*/ 666 w 888"/>
              <a:gd name="connsiteY3" fmla="*/ 4831 h 4887"/>
              <a:gd name="connsiteX4" fmla="*/ 888 w 888"/>
              <a:gd name="connsiteY4" fmla="*/ 1999 h 4887"/>
              <a:gd name="connsiteX5" fmla="*/ 388 w 888"/>
              <a:gd name="connsiteY5" fmla="*/ 0 h 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8" h="4887">
                <a:moveTo>
                  <a:pt x="388" y="0"/>
                </a:moveTo>
                <a:lnTo>
                  <a:pt x="0" y="0"/>
                </a:lnTo>
                <a:cubicBezTo>
                  <a:pt x="278" y="1611"/>
                  <a:pt x="388" y="3277"/>
                  <a:pt x="611" y="4887"/>
                </a:cubicBezTo>
                <a:lnTo>
                  <a:pt x="666" y="4831"/>
                </a:lnTo>
                <a:cubicBezTo>
                  <a:pt x="722" y="3887"/>
                  <a:pt x="833" y="2943"/>
                  <a:pt x="888" y="1999"/>
                </a:cubicBezTo>
                <a:cubicBezTo>
                  <a:pt x="722" y="1333"/>
                  <a:pt x="556" y="667"/>
                  <a:pt x="388" y="0"/>
                </a:cubicBezTo>
                <a:close/>
              </a:path>
            </a:pathLst>
          </a:custGeom>
          <a:solidFill>
            <a:schemeClr val="tx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66" name="Forma Livre 65">
            <a:extLst>
              <a:ext uri="{FF2B5EF4-FFF2-40B4-BE49-F238E27FC236}">
                <a16:creationId xmlns:a16="http://schemas.microsoft.com/office/drawing/2014/main" id="{B4EC0BE9-323D-DD88-849C-4DE68F42DCE7}"/>
              </a:ext>
            </a:extLst>
          </p:cNvPr>
          <p:cNvSpPr/>
          <p:nvPr userDrawn="1"/>
        </p:nvSpPr>
        <p:spPr>
          <a:xfrm flipH="1">
            <a:off x="5912470" y="-337006"/>
            <a:ext cx="889" cy="4887"/>
          </a:xfrm>
          <a:custGeom>
            <a:avLst/>
            <a:gdLst>
              <a:gd name="connsiteX0" fmla="*/ 389 w 889"/>
              <a:gd name="connsiteY0" fmla="*/ 0 h 4887"/>
              <a:gd name="connsiteX1" fmla="*/ 0 w 889"/>
              <a:gd name="connsiteY1" fmla="*/ 0 h 4887"/>
              <a:gd name="connsiteX2" fmla="*/ 611 w 889"/>
              <a:gd name="connsiteY2" fmla="*/ 4887 h 4887"/>
              <a:gd name="connsiteX3" fmla="*/ 666 w 889"/>
              <a:gd name="connsiteY3" fmla="*/ 4831 h 4887"/>
              <a:gd name="connsiteX4" fmla="*/ 889 w 889"/>
              <a:gd name="connsiteY4" fmla="*/ 1999 h 4887"/>
              <a:gd name="connsiteX5" fmla="*/ 389 w 889"/>
              <a:gd name="connsiteY5" fmla="*/ 0 h 4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89" h="4887">
                <a:moveTo>
                  <a:pt x="389" y="0"/>
                </a:moveTo>
                <a:lnTo>
                  <a:pt x="0" y="0"/>
                </a:lnTo>
                <a:cubicBezTo>
                  <a:pt x="278" y="1611"/>
                  <a:pt x="389" y="3277"/>
                  <a:pt x="611" y="4887"/>
                </a:cubicBezTo>
                <a:lnTo>
                  <a:pt x="666" y="4831"/>
                </a:lnTo>
                <a:cubicBezTo>
                  <a:pt x="722" y="3887"/>
                  <a:pt x="833" y="2943"/>
                  <a:pt x="889" y="1999"/>
                </a:cubicBezTo>
                <a:cubicBezTo>
                  <a:pt x="722" y="1333"/>
                  <a:pt x="556" y="667"/>
                  <a:pt x="389" y="0"/>
                </a:cubicBezTo>
                <a:close/>
              </a:path>
            </a:pathLst>
          </a:custGeom>
          <a:solidFill>
            <a:schemeClr val="tx1"/>
          </a:solidFill>
          <a:ln w="190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pic>
        <p:nvPicPr>
          <p:cNvPr id="32" name="Imagem 31">
            <a:extLst>
              <a:ext uri="{FF2B5EF4-FFF2-40B4-BE49-F238E27FC236}">
                <a16:creationId xmlns:a16="http://schemas.microsoft.com/office/drawing/2014/main" id="{9D5A093C-7621-C99C-64F4-E23188AA5B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725" b="30512"/>
          <a:stretch>
            <a:fillRect/>
          </a:stretch>
        </p:blipFill>
        <p:spPr>
          <a:xfrm>
            <a:off x="266725" y="455766"/>
            <a:ext cx="2333806" cy="7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759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tângulo 52">
            <a:extLst>
              <a:ext uri="{FF2B5EF4-FFF2-40B4-BE49-F238E27FC236}">
                <a16:creationId xmlns:a16="http://schemas.microsoft.com/office/drawing/2014/main" id="{F1D95210-6DF0-DD88-34E2-2D88B27416C5}"/>
              </a:ext>
            </a:extLst>
          </p:cNvPr>
          <p:cNvSpPr>
            <a:spLocks/>
          </p:cNvSpPr>
          <p:nvPr userDrawn="1"/>
        </p:nvSpPr>
        <p:spPr>
          <a:xfrm>
            <a:off x="6096000" y="-80211"/>
            <a:ext cx="6271075" cy="7058527"/>
          </a:xfrm>
          <a:prstGeom prst="rect">
            <a:avLst/>
          </a:prstGeom>
          <a:solidFill>
            <a:srgbClr val="FFFFFF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11ABE3E-94EC-4842-A9F1-A882870199F2}"/>
              </a:ext>
            </a:extLst>
          </p:cNvPr>
          <p:cNvSpPr>
            <a:spLocks/>
          </p:cNvSpPr>
          <p:nvPr userDrawn="1"/>
        </p:nvSpPr>
        <p:spPr>
          <a:xfrm>
            <a:off x="-256673" y="-80211"/>
            <a:ext cx="12769516" cy="7186864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AB68D315-CAEE-44A6-A235-C0725077E18D}"/>
              </a:ext>
            </a:extLst>
          </p:cNvPr>
          <p:cNvCxnSpPr>
            <a:cxnSpLocks/>
          </p:cNvCxnSpPr>
          <p:nvPr userDrawn="1"/>
        </p:nvCxnSpPr>
        <p:spPr>
          <a:xfrm>
            <a:off x="500838" y="2231383"/>
            <a:ext cx="46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55FA1500-8860-AC7B-007A-EB519EBEC994}"/>
              </a:ext>
            </a:extLst>
          </p:cNvPr>
          <p:cNvCxnSpPr>
            <a:cxnSpLocks/>
          </p:cNvCxnSpPr>
          <p:nvPr userDrawn="1"/>
        </p:nvCxnSpPr>
        <p:spPr>
          <a:xfrm>
            <a:off x="500838" y="3438014"/>
            <a:ext cx="4680000" cy="49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C72675D-807F-13CE-AAED-AAA46EC6E46D}"/>
              </a:ext>
            </a:extLst>
          </p:cNvPr>
          <p:cNvCxnSpPr>
            <a:cxnSpLocks/>
          </p:cNvCxnSpPr>
          <p:nvPr userDrawn="1"/>
        </p:nvCxnSpPr>
        <p:spPr>
          <a:xfrm>
            <a:off x="500838" y="4616365"/>
            <a:ext cx="46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3C8693C-76B0-361F-4CED-7E1F405FA26F}"/>
              </a:ext>
            </a:extLst>
          </p:cNvPr>
          <p:cNvCxnSpPr>
            <a:cxnSpLocks/>
          </p:cNvCxnSpPr>
          <p:nvPr userDrawn="1"/>
        </p:nvCxnSpPr>
        <p:spPr>
          <a:xfrm>
            <a:off x="500838" y="5813569"/>
            <a:ext cx="468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spaço Reservado para Texto 49">
            <a:extLst>
              <a:ext uri="{FF2B5EF4-FFF2-40B4-BE49-F238E27FC236}">
                <a16:creationId xmlns:a16="http://schemas.microsoft.com/office/drawing/2014/main" id="{DC1A318C-04D3-1CA3-F0BD-E2D161D673D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2018553" y="2346675"/>
            <a:ext cx="3177770" cy="274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A</a:t>
            </a:r>
          </a:p>
        </p:txBody>
      </p:sp>
      <p:sp>
        <p:nvSpPr>
          <p:cNvPr id="13" name="Espaço Reservado para Texto 53">
            <a:extLst>
              <a:ext uri="{FF2B5EF4-FFF2-40B4-BE49-F238E27FC236}">
                <a16:creationId xmlns:a16="http://schemas.microsoft.com/office/drawing/2014/main" id="{BC0FF577-ED82-93F8-1C73-51E13EDD36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18553" y="2681357"/>
            <a:ext cx="3188447" cy="618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Espaço Reservado para Texto 49">
            <a:extLst>
              <a:ext uri="{FF2B5EF4-FFF2-40B4-BE49-F238E27FC236}">
                <a16:creationId xmlns:a16="http://schemas.microsoft.com/office/drawing/2014/main" id="{E932E9D1-46F2-E562-09A5-40EAB6F0E165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018553" y="3526119"/>
            <a:ext cx="3177770" cy="274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B</a:t>
            </a:r>
            <a:endParaRPr lang="pt-BR"/>
          </a:p>
        </p:txBody>
      </p:sp>
      <p:sp>
        <p:nvSpPr>
          <p:cNvPr id="15" name="Espaço Reservado para Texto 53">
            <a:extLst>
              <a:ext uri="{FF2B5EF4-FFF2-40B4-BE49-F238E27FC236}">
                <a16:creationId xmlns:a16="http://schemas.microsoft.com/office/drawing/2014/main" id="{C59C85E4-7FFA-71D6-295F-19E6C20ED6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18553" y="3860802"/>
            <a:ext cx="3188447" cy="6721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Espaço Reservado para Texto 49">
            <a:extLst>
              <a:ext uri="{FF2B5EF4-FFF2-40B4-BE49-F238E27FC236}">
                <a16:creationId xmlns:a16="http://schemas.microsoft.com/office/drawing/2014/main" id="{062F2AE2-CBB1-D5DC-03A3-39057199CABF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018553" y="4685684"/>
            <a:ext cx="3177770" cy="274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C</a:t>
            </a:r>
          </a:p>
        </p:txBody>
      </p:sp>
      <p:sp>
        <p:nvSpPr>
          <p:cNvPr id="17" name="Espaço Reservado para Texto 53">
            <a:extLst>
              <a:ext uri="{FF2B5EF4-FFF2-40B4-BE49-F238E27FC236}">
                <a16:creationId xmlns:a16="http://schemas.microsoft.com/office/drawing/2014/main" id="{6EF1EC79-A9A0-8B2D-1353-AC5CF33E0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018553" y="5020366"/>
            <a:ext cx="3188447" cy="6404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Espaço Reservado para Texto 49">
            <a:extLst>
              <a:ext uri="{FF2B5EF4-FFF2-40B4-BE49-F238E27FC236}">
                <a16:creationId xmlns:a16="http://schemas.microsoft.com/office/drawing/2014/main" id="{892961D5-69FA-724B-1C1A-08C9DF5A0EED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2018553" y="5871753"/>
            <a:ext cx="3177770" cy="27478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D</a:t>
            </a:r>
            <a:endParaRPr lang="pt-BR"/>
          </a:p>
        </p:txBody>
      </p:sp>
      <p:sp>
        <p:nvSpPr>
          <p:cNvPr id="19" name="Espaço Reservado para Texto 53">
            <a:extLst>
              <a:ext uri="{FF2B5EF4-FFF2-40B4-BE49-F238E27FC236}">
                <a16:creationId xmlns:a16="http://schemas.microsoft.com/office/drawing/2014/main" id="{80500462-B668-2698-512F-A4779C77AA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18553" y="6206435"/>
            <a:ext cx="3188447" cy="6515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Espaço Reservado para Texto 49">
            <a:extLst>
              <a:ext uri="{FF2B5EF4-FFF2-40B4-BE49-F238E27FC236}">
                <a16:creationId xmlns:a16="http://schemas.microsoft.com/office/drawing/2014/main" id="{87A35A82-B62A-48DC-854C-0D3FAF2126D3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94553" y="232101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03/10</a:t>
            </a:r>
          </a:p>
        </p:txBody>
      </p:sp>
      <p:sp>
        <p:nvSpPr>
          <p:cNvPr id="21" name="Espaço Reservado para Texto 49">
            <a:extLst>
              <a:ext uri="{FF2B5EF4-FFF2-40B4-BE49-F238E27FC236}">
                <a16:creationId xmlns:a16="http://schemas.microsoft.com/office/drawing/2014/main" id="{993A8A78-4D2F-D757-3BC6-DC6CB703113E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94553" y="3523282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06/10</a:t>
            </a:r>
          </a:p>
        </p:txBody>
      </p:sp>
      <p:sp>
        <p:nvSpPr>
          <p:cNvPr id="22" name="Espaço Reservado para Texto 49">
            <a:extLst>
              <a:ext uri="{FF2B5EF4-FFF2-40B4-BE49-F238E27FC236}">
                <a16:creationId xmlns:a16="http://schemas.microsoft.com/office/drawing/2014/main" id="{E664D9F1-0505-F990-00A7-BFE11F55004F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94553" y="4674748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14/10</a:t>
            </a:r>
          </a:p>
        </p:txBody>
      </p:sp>
      <p:sp>
        <p:nvSpPr>
          <p:cNvPr id="23" name="Espaço Reservado para Texto 49">
            <a:extLst>
              <a:ext uri="{FF2B5EF4-FFF2-40B4-BE49-F238E27FC236}">
                <a16:creationId xmlns:a16="http://schemas.microsoft.com/office/drawing/2014/main" id="{317C3392-FC47-1CA2-D986-564B2136B2DA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94553" y="5868548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23/10</a:t>
            </a:r>
          </a:p>
        </p:txBody>
      </p:sp>
      <p:sp>
        <p:nvSpPr>
          <p:cNvPr id="6" name="Espaço Reservado para Imagem 60">
            <a:extLst>
              <a:ext uri="{FF2B5EF4-FFF2-40B4-BE49-F238E27FC236}">
                <a16:creationId xmlns:a16="http://schemas.microsoft.com/office/drawing/2014/main" id="{68A53A39-17D0-7609-69DB-18857D17C13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75930" y="0"/>
            <a:ext cx="6022975" cy="685800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54" name="Espaço Reservado para Texto 31">
            <a:extLst>
              <a:ext uri="{FF2B5EF4-FFF2-40B4-BE49-F238E27FC236}">
                <a16:creationId xmlns:a16="http://schemas.microsoft.com/office/drawing/2014/main" id="{EE3B6E60-61F7-209C-3288-C231B85B9B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4553" y="1461561"/>
            <a:ext cx="2466511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chemeClr val="tx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Agenda</a:t>
            </a:r>
          </a:p>
        </p:txBody>
      </p:sp>
      <p:pic>
        <p:nvPicPr>
          <p:cNvPr id="56" name="Imagem 55">
            <a:extLst>
              <a:ext uri="{FF2B5EF4-FFF2-40B4-BE49-F238E27FC236}">
                <a16:creationId xmlns:a16="http://schemas.microsoft.com/office/drawing/2014/main" id="{7AF59166-1049-3EAA-4259-2E863534CA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6725" b="30512"/>
          <a:stretch>
            <a:fillRect/>
          </a:stretch>
        </p:blipFill>
        <p:spPr>
          <a:xfrm>
            <a:off x="266725" y="427321"/>
            <a:ext cx="1607675" cy="52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74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09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F0A8DF03-8A98-B71A-CE62-E51F5F6332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8488"/>
            <a:ext cx="12191934" cy="6849512"/>
          </a:xfrm>
          <a:custGeom>
            <a:avLst/>
            <a:gdLst>
              <a:gd name="connsiteX0" fmla="*/ 4934958 w 12191934"/>
              <a:gd name="connsiteY0" fmla="*/ 0 h 6849512"/>
              <a:gd name="connsiteX1" fmla="*/ 12191934 w 12191934"/>
              <a:gd name="connsiteY1" fmla="*/ 0 h 6849512"/>
              <a:gd name="connsiteX2" fmla="*/ 12191934 w 12191934"/>
              <a:gd name="connsiteY2" fmla="*/ 1082366 h 6849512"/>
              <a:gd name="connsiteX3" fmla="*/ 11248754 w 12191934"/>
              <a:gd name="connsiteY3" fmla="*/ 1079718 h 6849512"/>
              <a:gd name="connsiteX4" fmla="*/ 8525972 w 12191934"/>
              <a:gd name="connsiteY4" fmla="*/ 2031656 h 6849512"/>
              <a:gd name="connsiteX5" fmla="*/ 6628030 w 12191934"/>
              <a:gd name="connsiteY5" fmla="*/ 6467123 h 6849512"/>
              <a:gd name="connsiteX6" fmla="*/ 6405478 w 12191934"/>
              <a:gd name="connsiteY6" fmla="*/ 6669664 h 6849512"/>
              <a:gd name="connsiteX7" fmla="*/ 6166325 w 12191934"/>
              <a:gd name="connsiteY7" fmla="*/ 6849512 h 6849512"/>
              <a:gd name="connsiteX8" fmla="*/ 0 w 12191934"/>
              <a:gd name="connsiteY8" fmla="*/ 6849512 h 6849512"/>
              <a:gd name="connsiteX9" fmla="*/ 0 w 12191934"/>
              <a:gd name="connsiteY9" fmla="*/ 5752254 h 6849512"/>
              <a:gd name="connsiteX10" fmla="*/ 344930 w 12191934"/>
              <a:gd name="connsiteY10" fmla="*/ 5741429 h 6849512"/>
              <a:gd name="connsiteX11" fmla="*/ 2568893 w 12191934"/>
              <a:gd name="connsiteY11" fmla="*/ 4804482 h 6849512"/>
              <a:gd name="connsiteX12" fmla="*/ 4466889 w 12191934"/>
              <a:gd name="connsiteY12" fmla="*/ 385713 h 6849512"/>
              <a:gd name="connsiteX13" fmla="*/ 4689445 w 12191934"/>
              <a:gd name="connsiteY13" fmla="*/ 183934 h 6849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1934" h="6849512">
                <a:moveTo>
                  <a:pt x="4934958" y="0"/>
                </a:moveTo>
                <a:lnTo>
                  <a:pt x="12191934" y="0"/>
                </a:lnTo>
                <a:lnTo>
                  <a:pt x="12191934" y="1082366"/>
                </a:lnTo>
                <a:lnTo>
                  <a:pt x="11248754" y="1079718"/>
                </a:lnTo>
                <a:cubicBezTo>
                  <a:pt x="10255581" y="1076927"/>
                  <a:pt x="9368690" y="1186224"/>
                  <a:pt x="8525972" y="2031656"/>
                </a:cubicBezTo>
                <a:cubicBezTo>
                  <a:pt x="7032250" y="3528512"/>
                  <a:pt x="7885657" y="5204997"/>
                  <a:pt x="6628030" y="6467123"/>
                </a:cubicBezTo>
                <a:cubicBezTo>
                  <a:pt x="6557952" y="6537269"/>
                  <a:pt x="6483629" y="6604959"/>
                  <a:pt x="6405478" y="6669664"/>
                </a:cubicBezTo>
                <a:lnTo>
                  <a:pt x="6166325" y="6849512"/>
                </a:lnTo>
                <a:lnTo>
                  <a:pt x="0" y="6849512"/>
                </a:lnTo>
                <a:lnTo>
                  <a:pt x="0" y="5752254"/>
                </a:lnTo>
                <a:lnTo>
                  <a:pt x="344930" y="5741429"/>
                </a:lnTo>
                <a:cubicBezTo>
                  <a:pt x="1140278" y="5697188"/>
                  <a:pt x="1869830" y="5503196"/>
                  <a:pt x="2568893" y="4804482"/>
                </a:cubicBezTo>
                <a:cubicBezTo>
                  <a:pt x="4062664" y="3313262"/>
                  <a:pt x="3209254" y="1643088"/>
                  <a:pt x="4466889" y="385713"/>
                </a:cubicBezTo>
                <a:cubicBezTo>
                  <a:pt x="4536969" y="315831"/>
                  <a:pt x="4611294" y="248396"/>
                  <a:pt x="4689445" y="18393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rgbClr val="D6D5EB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2" name="Espaço Reservado para Texto 31">
            <a:extLst>
              <a:ext uri="{FF2B5EF4-FFF2-40B4-BE49-F238E27FC236}">
                <a16:creationId xmlns:a16="http://schemas.microsoft.com/office/drawing/2014/main" id="{3368F1FC-8319-6BA7-3760-4FEDBB1F8AA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4553" y="481709"/>
            <a:ext cx="2466511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chemeClr val="tx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Agenda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5D9C3BF-821F-2184-A46C-21943DBA251B}"/>
              </a:ext>
            </a:extLst>
          </p:cNvPr>
          <p:cNvCxnSpPr>
            <a:cxnSpLocks/>
          </p:cNvCxnSpPr>
          <p:nvPr userDrawn="1"/>
        </p:nvCxnSpPr>
        <p:spPr>
          <a:xfrm>
            <a:off x="8516182" y="3232669"/>
            <a:ext cx="3312000" cy="49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BCA3A56-B0F1-CC43-AD64-798F81356C2C}"/>
              </a:ext>
            </a:extLst>
          </p:cNvPr>
          <p:cNvCxnSpPr>
            <a:cxnSpLocks/>
          </p:cNvCxnSpPr>
          <p:nvPr userDrawn="1"/>
        </p:nvCxnSpPr>
        <p:spPr>
          <a:xfrm>
            <a:off x="8516182" y="4411020"/>
            <a:ext cx="331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E836FE13-4816-92B9-4AD6-9C7E1D9DC75C}"/>
              </a:ext>
            </a:extLst>
          </p:cNvPr>
          <p:cNvCxnSpPr>
            <a:cxnSpLocks/>
          </p:cNvCxnSpPr>
          <p:nvPr userDrawn="1"/>
        </p:nvCxnSpPr>
        <p:spPr>
          <a:xfrm>
            <a:off x="8516182" y="5608224"/>
            <a:ext cx="3312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49">
            <a:extLst>
              <a:ext uri="{FF2B5EF4-FFF2-40B4-BE49-F238E27FC236}">
                <a16:creationId xmlns:a16="http://schemas.microsoft.com/office/drawing/2014/main" id="{9E07AF9B-01D8-CB8C-2CBE-B5A4625359D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10208708" y="2316141"/>
            <a:ext cx="1538792" cy="6486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Evento A</a:t>
            </a:r>
          </a:p>
        </p:txBody>
      </p:sp>
      <p:sp>
        <p:nvSpPr>
          <p:cNvPr id="16" name="Espaço Reservado para Texto 49">
            <a:extLst>
              <a:ext uri="{FF2B5EF4-FFF2-40B4-BE49-F238E27FC236}">
                <a16:creationId xmlns:a16="http://schemas.microsoft.com/office/drawing/2014/main" id="{23EC4F74-88DB-C99F-B0C8-4AF881EA2C6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10208708" y="3495586"/>
            <a:ext cx="1538792" cy="617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Evento </a:t>
            </a:r>
            <a:r>
              <a:rPr lang="pt-BR" dirty="0" err="1"/>
              <a:t>B</a:t>
            </a:r>
            <a:endParaRPr lang="pt-BR" dirty="0"/>
          </a:p>
        </p:txBody>
      </p:sp>
      <p:sp>
        <p:nvSpPr>
          <p:cNvPr id="18" name="Espaço Reservado para Texto 49">
            <a:extLst>
              <a:ext uri="{FF2B5EF4-FFF2-40B4-BE49-F238E27FC236}">
                <a16:creationId xmlns:a16="http://schemas.microsoft.com/office/drawing/2014/main" id="{CF2614FA-E90A-4E76-54DC-CDD4CEE216D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10208708" y="4655150"/>
            <a:ext cx="1538792" cy="6317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Evento C</a:t>
            </a:r>
          </a:p>
        </p:txBody>
      </p:sp>
      <p:sp>
        <p:nvSpPr>
          <p:cNvPr id="20" name="Espaço Reservado para Texto 49">
            <a:extLst>
              <a:ext uri="{FF2B5EF4-FFF2-40B4-BE49-F238E27FC236}">
                <a16:creationId xmlns:a16="http://schemas.microsoft.com/office/drawing/2014/main" id="{8A2F6246-41ED-F6C3-1C46-36CE3B36091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208708" y="5841219"/>
            <a:ext cx="1538792" cy="545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Evento </a:t>
            </a:r>
            <a:r>
              <a:rPr lang="pt-BR" dirty="0" err="1"/>
              <a:t>D</a:t>
            </a:r>
            <a:endParaRPr lang="pt-BR" dirty="0"/>
          </a:p>
        </p:txBody>
      </p:sp>
      <p:sp>
        <p:nvSpPr>
          <p:cNvPr id="22" name="Espaço Reservado para Texto 49">
            <a:extLst>
              <a:ext uri="{FF2B5EF4-FFF2-40B4-BE49-F238E27FC236}">
                <a16:creationId xmlns:a16="http://schemas.microsoft.com/office/drawing/2014/main" id="{84AF6F36-B38B-0588-5A63-13F57F98E939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536791" y="2115670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03/10</a:t>
            </a:r>
          </a:p>
        </p:txBody>
      </p:sp>
      <p:sp>
        <p:nvSpPr>
          <p:cNvPr id="23" name="Espaço Reservado para Texto 49">
            <a:extLst>
              <a:ext uri="{FF2B5EF4-FFF2-40B4-BE49-F238E27FC236}">
                <a16:creationId xmlns:a16="http://schemas.microsoft.com/office/drawing/2014/main" id="{F693C975-1AD9-AA6F-F899-8781755F150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8536791" y="3317937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06/10</a:t>
            </a:r>
          </a:p>
        </p:txBody>
      </p:sp>
      <p:sp>
        <p:nvSpPr>
          <p:cNvPr id="24" name="Espaço Reservado para Texto 49">
            <a:extLst>
              <a:ext uri="{FF2B5EF4-FFF2-40B4-BE49-F238E27FC236}">
                <a16:creationId xmlns:a16="http://schemas.microsoft.com/office/drawing/2014/main" id="{923407A2-CF99-865F-7085-6D72748C2FB8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8536791" y="4469403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14/10</a:t>
            </a:r>
          </a:p>
        </p:txBody>
      </p:sp>
      <p:sp>
        <p:nvSpPr>
          <p:cNvPr id="25" name="Espaço Reservado para Texto 49">
            <a:extLst>
              <a:ext uri="{FF2B5EF4-FFF2-40B4-BE49-F238E27FC236}">
                <a16:creationId xmlns:a16="http://schemas.microsoft.com/office/drawing/2014/main" id="{C804AFF7-817D-A7F4-4313-BABC0A6F24C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8536791" y="5663203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23/10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EA77F92-C5FB-F96D-B4E8-66F098A09D5F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30" name="Conector Reto 29">
              <a:extLst>
                <a:ext uri="{FF2B5EF4-FFF2-40B4-BE49-F238E27FC236}">
                  <a16:creationId xmlns:a16="http://schemas.microsoft.com/office/drawing/2014/main" id="{A7156E66-DBEF-D030-9C19-7D1D5ECEBE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Gráfico 31">
              <a:extLst>
                <a:ext uri="{FF2B5EF4-FFF2-40B4-BE49-F238E27FC236}">
                  <a16:creationId xmlns:a16="http://schemas.microsoft.com/office/drawing/2014/main" id="{F12A9D40-3DF7-5812-D1AC-84FC537599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  <p:sp>
        <p:nvSpPr>
          <p:cNvPr id="33" name="Espaço Reservado para Número de Slide 5">
            <a:extLst>
              <a:ext uri="{FF2B5EF4-FFF2-40B4-BE49-F238E27FC236}">
                <a16:creationId xmlns:a16="http://schemas.microsoft.com/office/drawing/2014/main" id="{74EB0E19-7D5E-6A6D-A588-14D6E5F370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7928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741E14B3-AD7B-8CBA-58C4-F20293A659D2}"/>
              </a:ext>
            </a:extLst>
          </p:cNvPr>
          <p:cNvCxnSpPr>
            <a:cxnSpLocks/>
          </p:cNvCxnSpPr>
          <p:nvPr userDrawn="1"/>
        </p:nvCxnSpPr>
        <p:spPr>
          <a:xfrm>
            <a:off x="4133785" y="444500"/>
            <a:ext cx="676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B85B742F-6766-04EB-EDCD-33EAE34B72DD}"/>
              </a:ext>
            </a:extLst>
          </p:cNvPr>
          <p:cNvCxnSpPr>
            <a:cxnSpLocks/>
          </p:cNvCxnSpPr>
          <p:nvPr userDrawn="1"/>
        </p:nvCxnSpPr>
        <p:spPr>
          <a:xfrm>
            <a:off x="4133785" y="1651131"/>
            <a:ext cx="6768000" cy="49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FAFDD4A5-0793-1FA7-BFAF-75F600BBFA99}"/>
              </a:ext>
            </a:extLst>
          </p:cNvPr>
          <p:cNvCxnSpPr>
            <a:cxnSpLocks/>
          </p:cNvCxnSpPr>
          <p:nvPr userDrawn="1"/>
        </p:nvCxnSpPr>
        <p:spPr>
          <a:xfrm>
            <a:off x="4133785" y="2829482"/>
            <a:ext cx="676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4AEFC0D-9446-B42A-FA48-72D3A36770AD}"/>
              </a:ext>
            </a:extLst>
          </p:cNvPr>
          <p:cNvCxnSpPr>
            <a:cxnSpLocks/>
          </p:cNvCxnSpPr>
          <p:nvPr userDrawn="1"/>
        </p:nvCxnSpPr>
        <p:spPr>
          <a:xfrm>
            <a:off x="4133785" y="4026686"/>
            <a:ext cx="676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Espaço Reservado para Texto 49">
            <a:extLst>
              <a:ext uri="{FF2B5EF4-FFF2-40B4-BE49-F238E27FC236}">
                <a16:creationId xmlns:a16="http://schemas.microsoft.com/office/drawing/2014/main" id="{BE829434-ACCA-78AA-5786-F838D4C8425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51500" y="559791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A</a:t>
            </a:r>
          </a:p>
        </p:txBody>
      </p:sp>
      <p:sp>
        <p:nvSpPr>
          <p:cNvPr id="55" name="Espaço Reservado para Texto 53">
            <a:extLst>
              <a:ext uri="{FF2B5EF4-FFF2-40B4-BE49-F238E27FC236}">
                <a16:creationId xmlns:a16="http://schemas.microsoft.com/office/drawing/2014/main" id="{AB3A2D96-8304-FBD6-2938-0C886ABABC5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51500" y="894474"/>
            <a:ext cx="5143499" cy="596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Espaço Reservado para Texto 49">
            <a:extLst>
              <a:ext uri="{FF2B5EF4-FFF2-40B4-BE49-F238E27FC236}">
                <a16:creationId xmlns:a16="http://schemas.microsoft.com/office/drawing/2014/main" id="{2FE7740E-B7B0-78A9-3B26-786288E00A6C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51500" y="1739235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B</a:t>
            </a:r>
            <a:endParaRPr lang="pt-BR"/>
          </a:p>
        </p:txBody>
      </p:sp>
      <p:sp>
        <p:nvSpPr>
          <p:cNvPr id="62" name="Espaço Reservado para Texto 53">
            <a:extLst>
              <a:ext uri="{FF2B5EF4-FFF2-40B4-BE49-F238E27FC236}">
                <a16:creationId xmlns:a16="http://schemas.microsoft.com/office/drawing/2014/main" id="{09E29D15-ADD7-AC29-A3E2-FE98270A52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51500" y="2073918"/>
            <a:ext cx="5143499" cy="613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3" name="Espaço Reservado para Texto 49">
            <a:extLst>
              <a:ext uri="{FF2B5EF4-FFF2-40B4-BE49-F238E27FC236}">
                <a16:creationId xmlns:a16="http://schemas.microsoft.com/office/drawing/2014/main" id="{4E6E91EE-A0D8-1FF0-C060-2DCBC101459A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651500" y="2898800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C</a:t>
            </a:r>
          </a:p>
        </p:txBody>
      </p:sp>
      <p:sp>
        <p:nvSpPr>
          <p:cNvPr id="64" name="Espaço Reservado para Texto 53">
            <a:extLst>
              <a:ext uri="{FF2B5EF4-FFF2-40B4-BE49-F238E27FC236}">
                <a16:creationId xmlns:a16="http://schemas.microsoft.com/office/drawing/2014/main" id="{9A18E376-1F3C-5634-A4D7-A8AC17B134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51500" y="3233483"/>
            <a:ext cx="5143500" cy="6277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Espaço Reservado para Texto 49">
            <a:extLst>
              <a:ext uri="{FF2B5EF4-FFF2-40B4-BE49-F238E27FC236}">
                <a16:creationId xmlns:a16="http://schemas.microsoft.com/office/drawing/2014/main" id="{B1A55DAC-F856-84A9-F281-2F4D3EC8041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51500" y="4084869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D</a:t>
            </a:r>
            <a:endParaRPr lang="pt-BR"/>
          </a:p>
        </p:txBody>
      </p:sp>
      <p:sp>
        <p:nvSpPr>
          <p:cNvPr id="66" name="Espaço Reservado para Texto 53">
            <a:extLst>
              <a:ext uri="{FF2B5EF4-FFF2-40B4-BE49-F238E27FC236}">
                <a16:creationId xmlns:a16="http://schemas.microsoft.com/office/drawing/2014/main" id="{03AD197E-5DD6-F750-501D-2E1F358183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51500" y="4419552"/>
            <a:ext cx="5143500" cy="655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Espaço Reservado para Texto 49">
            <a:extLst>
              <a:ext uri="{FF2B5EF4-FFF2-40B4-BE49-F238E27FC236}">
                <a16:creationId xmlns:a16="http://schemas.microsoft.com/office/drawing/2014/main" id="{D2B87DFA-78E3-C713-A36A-A3BC8DAB4EC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127500" y="534132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03/10</a:t>
            </a:r>
          </a:p>
        </p:txBody>
      </p:sp>
      <p:sp>
        <p:nvSpPr>
          <p:cNvPr id="70" name="Espaço Reservado para Texto 49">
            <a:extLst>
              <a:ext uri="{FF2B5EF4-FFF2-40B4-BE49-F238E27FC236}">
                <a16:creationId xmlns:a16="http://schemas.microsoft.com/office/drawing/2014/main" id="{DE3234EB-136E-19C2-BA22-5D35AE8B186B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7500" y="1736399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06/10</a:t>
            </a:r>
          </a:p>
        </p:txBody>
      </p:sp>
      <p:sp>
        <p:nvSpPr>
          <p:cNvPr id="71" name="Espaço Reservado para Texto 49">
            <a:extLst>
              <a:ext uri="{FF2B5EF4-FFF2-40B4-BE49-F238E27FC236}">
                <a16:creationId xmlns:a16="http://schemas.microsoft.com/office/drawing/2014/main" id="{D210933A-6718-C100-88F4-8463F62268F9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127500" y="28878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14/10</a:t>
            </a:r>
          </a:p>
        </p:txBody>
      </p:sp>
      <p:sp>
        <p:nvSpPr>
          <p:cNvPr id="72" name="Espaço Reservado para Texto 49">
            <a:extLst>
              <a:ext uri="{FF2B5EF4-FFF2-40B4-BE49-F238E27FC236}">
                <a16:creationId xmlns:a16="http://schemas.microsoft.com/office/drawing/2014/main" id="{2139F8D5-EB23-5638-83EB-A95437B4E419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27500" y="40816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23/10</a:t>
            </a:r>
          </a:p>
        </p:txBody>
      </p: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A64BBB1C-E9EC-3E1B-6B9E-09D073D21F8A}"/>
              </a:ext>
            </a:extLst>
          </p:cNvPr>
          <p:cNvSpPr/>
          <p:nvPr userDrawn="1"/>
        </p:nvSpPr>
        <p:spPr>
          <a:xfrm>
            <a:off x="444500" y="444500"/>
            <a:ext cx="2857500" cy="5788025"/>
          </a:xfrm>
          <a:prstGeom prst="roundRect">
            <a:avLst>
              <a:gd name="adj" fmla="val 9608"/>
            </a:avLst>
          </a:prstGeom>
          <a:solidFill>
            <a:schemeClr val="tx1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sz="1600" dirty="0"/>
          </a:p>
        </p:txBody>
      </p:sp>
      <p:sp>
        <p:nvSpPr>
          <p:cNvPr id="3" name="Espaço Reservado para Texto 49">
            <a:extLst>
              <a:ext uri="{FF2B5EF4-FFF2-40B4-BE49-F238E27FC236}">
                <a16:creationId xmlns:a16="http://schemas.microsoft.com/office/drawing/2014/main" id="{5AD2E902-56D6-6E44-4CAC-DA09CA9709E7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66559" y="1348893"/>
            <a:ext cx="2508442" cy="337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2025</a:t>
            </a:r>
          </a:p>
        </p:txBody>
      </p:sp>
      <p:sp>
        <p:nvSpPr>
          <p:cNvPr id="4" name="Espaço Reservado para Texto 31">
            <a:extLst>
              <a:ext uri="{FF2B5EF4-FFF2-40B4-BE49-F238E27FC236}">
                <a16:creationId xmlns:a16="http://schemas.microsoft.com/office/drawing/2014/main" id="{C33B2A3C-CFA0-D1C1-A7E8-0E160F4D3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558" y="705003"/>
            <a:ext cx="2509236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rgbClr val="5E22F3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Agenda</a:t>
            </a:r>
          </a:p>
        </p:txBody>
      </p:sp>
      <p:sp>
        <p:nvSpPr>
          <p:cNvPr id="5" name="Espaço Reservado para Texto 40">
            <a:extLst>
              <a:ext uri="{FF2B5EF4-FFF2-40B4-BE49-F238E27FC236}">
                <a16:creationId xmlns:a16="http://schemas.microsoft.com/office/drawing/2014/main" id="{48F03B51-12D5-0F55-8375-CBB7B7B97A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764" y="1929575"/>
            <a:ext cx="2509236" cy="10128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.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id="{EB685BDD-11F3-1FC2-AA38-543667F34F0C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id="{41FBC675-B8DB-A283-A28C-E591C6FEF24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Gráfico 9">
              <a:extLst>
                <a:ext uri="{FF2B5EF4-FFF2-40B4-BE49-F238E27FC236}">
                  <a16:creationId xmlns:a16="http://schemas.microsoft.com/office/drawing/2014/main" id="{06521F84-2F1B-1201-F11A-2F88803FC5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  <p:sp>
        <p:nvSpPr>
          <p:cNvPr id="11" name="Espaço Reservado para Número de Slide 5">
            <a:extLst>
              <a:ext uri="{FF2B5EF4-FFF2-40B4-BE49-F238E27FC236}">
                <a16:creationId xmlns:a16="http://schemas.microsoft.com/office/drawing/2014/main" id="{AD6A4358-652E-8E8C-26FB-9109933DF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5135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5E2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com Único Canto Arredondado 28">
            <a:extLst>
              <a:ext uri="{FF2B5EF4-FFF2-40B4-BE49-F238E27FC236}">
                <a16:creationId xmlns:a16="http://schemas.microsoft.com/office/drawing/2014/main" id="{D8965A22-609E-7738-F8ED-A1CDD88E1D2D}"/>
              </a:ext>
            </a:extLst>
          </p:cNvPr>
          <p:cNvSpPr/>
          <p:nvPr userDrawn="1"/>
        </p:nvSpPr>
        <p:spPr>
          <a:xfrm flipV="1">
            <a:off x="0" y="-4"/>
            <a:ext cx="3313113" cy="6197887"/>
          </a:xfrm>
          <a:prstGeom prst="round1Rect">
            <a:avLst>
              <a:gd name="adj" fmla="val 6893"/>
            </a:avLst>
          </a:prstGeom>
          <a:solidFill>
            <a:schemeClr val="tx1"/>
          </a:solidFill>
          <a:ln w="747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2E49B60-8F0D-38AD-6304-05CDE9F73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7CAD1FFE-6BB7-FBDC-A458-E4BBF3049CAA}"/>
              </a:ext>
            </a:extLst>
          </p:cNvPr>
          <p:cNvCxnSpPr>
            <a:cxnSpLocks/>
          </p:cNvCxnSpPr>
          <p:nvPr userDrawn="1"/>
        </p:nvCxnSpPr>
        <p:spPr>
          <a:xfrm>
            <a:off x="4133785" y="444500"/>
            <a:ext cx="676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A65B837-2BE9-57BC-2DC7-25BCCE7D9A90}"/>
              </a:ext>
            </a:extLst>
          </p:cNvPr>
          <p:cNvCxnSpPr>
            <a:cxnSpLocks/>
          </p:cNvCxnSpPr>
          <p:nvPr userDrawn="1"/>
        </p:nvCxnSpPr>
        <p:spPr>
          <a:xfrm>
            <a:off x="4133785" y="1651131"/>
            <a:ext cx="6768000" cy="494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4181FDE8-B584-5C54-AE9A-59B7F336E205}"/>
              </a:ext>
            </a:extLst>
          </p:cNvPr>
          <p:cNvCxnSpPr>
            <a:cxnSpLocks/>
          </p:cNvCxnSpPr>
          <p:nvPr userDrawn="1"/>
        </p:nvCxnSpPr>
        <p:spPr>
          <a:xfrm>
            <a:off x="4133785" y="2829482"/>
            <a:ext cx="676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DDE6BC8-C0AB-95DD-4503-D559890FAE0E}"/>
              </a:ext>
            </a:extLst>
          </p:cNvPr>
          <p:cNvCxnSpPr>
            <a:cxnSpLocks/>
          </p:cNvCxnSpPr>
          <p:nvPr userDrawn="1"/>
        </p:nvCxnSpPr>
        <p:spPr>
          <a:xfrm>
            <a:off x="4133785" y="4026686"/>
            <a:ext cx="6768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49">
            <a:extLst>
              <a:ext uri="{FF2B5EF4-FFF2-40B4-BE49-F238E27FC236}">
                <a16:creationId xmlns:a16="http://schemas.microsoft.com/office/drawing/2014/main" id="{9A02C350-2ABA-D117-1480-AD25FFF75E69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51500" y="559791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A</a:t>
            </a:r>
          </a:p>
        </p:txBody>
      </p:sp>
      <p:sp>
        <p:nvSpPr>
          <p:cNvPr id="14" name="Espaço Reservado para Texto 53">
            <a:extLst>
              <a:ext uri="{FF2B5EF4-FFF2-40B4-BE49-F238E27FC236}">
                <a16:creationId xmlns:a16="http://schemas.microsoft.com/office/drawing/2014/main" id="{4A0DE509-7DE3-6DFF-E596-650DA9ABFA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51500" y="894474"/>
            <a:ext cx="5143499" cy="59617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Espaço Reservado para Texto 49">
            <a:extLst>
              <a:ext uri="{FF2B5EF4-FFF2-40B4-BE49-F238E27FC236}">
                <a16:creationId xmlns:a16="http://schemas.microsoft.com/office/drawing/2014/main" id="{0D6E0C70-1C8C-E41A-50D2-FF14DC3DEF4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51500" y="1739235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B</a:t>
            </a:r>
            <a:endParaRPr lang="pt-BR"/>
          </a:p>
        </p:txBody>
      </p:sp>
      <p:sp>
        <p:nvSpPr>
          <p:cNvPr id="20" name="Espaço Reservado para Texto 53">
            <a:extLst>
              <a:ext uri="{FF2B5EF4-FFF2-40B4-BE49-F238E27FC236}">
                <a16:creationId xmlns:a16="http://schemas.microsoft.com/office/drawing/2014/main" id="{59A3FECA-AC63-EDAB-2F77-8D2BE1502D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51500" y="2073918"/>
            <a:ext cx="5143499" cy="613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Espaço Reservado para Texto 49">
            <a:extLst>
              <a:ext uri="{FF2B5EF4-FFF2-40B4-BE49-F238E27FC236}">
                <a16:creationId xmlns:a16="http://schemas.microsoft.com/office/drawing/2014/main" id="{034B218B-16A6-B5E3-39A5-CB07E3B9207B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651500" y="2898800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C</a:t>
            </a:r>
          </a:p>
        </p:txBody>
      </p:sp>
      <p:sp>
        <p:nvSpPr>
          <p:cNvPr id="22" name="Espaço Reservado para Texto 53">
            <a:extLst>
              <a:ext uri="{FF2B5EF4-FFF2-40B4-BE49-F238E27FC236}">
                <a16:creationId xmlns:a16="http://schemas.microsoft.com/office/drawing/2014/main" id="{BB24B80B-CC08-BCD2-CE71-452925A164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651500" y="3233483"/>
            <a:ext cx="5143500" cy="6277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Espaço Reservado para Texto 49">
            <a:extLst>
              <a:ext uri="{FF2B5EF4-FFF2-40B4-BE49-F238E27FC236}">
                <a16:creationId xmlns:a16="http://schemas.microsoft.com/office/drawing/2014/main" id="{508A1623-5FFF-8C2B-B069-CDCAEC613D2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651500" y="4084869"/>
            <a:ext cx="4318000" cy="32084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D</a:t>
            </a:r>
            <a:endParaRPr lang="pt-BR"/>
          </a:p>
        </p:txBody>
      </p:sp>
      <p:sp>
        <p:nvSpPr>
          <p:cNvPr id="24" name="Espaço Reservado para Texto 53">
            <a:extLst>
              <a:ext uri="{FF2B5EF4-FFF2-40B4-BE49-F238E27FC236}">
                <a16:creationId xmlns:a16="http://schemas.microsoft.com/office/drawing/2014/main" id="{E340578A-1E66-1CC7-DD35-354DD6E98BB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51500" y="4419552"/>
            <a:ext cx="5143500" cy="6551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viderfi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rimusultore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duc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verum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larbis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uterude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stimus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nessing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uliceritum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es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faccis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occivem</a:t>
            </a:r>
            <a:r>
              <a:rPr kumimoji="0" lang="pt-BR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Espaço Reservado para Texto 49">
            <a:extLst>
              <a:ext uri="{FF2B5EF4-FFF2-40B4-BE49-F238E27FC236}">
                <a16:creationId xmlns:a16="http://schemas.microsoft.com/office/drawing/2014/main" id="{CBDC20DE-978C-3266-CF78-87F5CA9A3A40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127500" y="534132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03/10</a:t>
            </a:r>
          </a:p>
        </p:txBody>
      </p:sp>
      <p:sp>
        <p:nvSpPr>
          <p:cNvPr id="26" name="Espaço Reservado para Texto 49">
            <a:extLst>
              <a:ext uri="{FF2B5EF4-FFF2-40B4-BE49-F238E27FC236}">
                <a16:creationId xmlns:a16="http://schemas.microsoft.com/office/drawing/2014/main" id="{3EF442DF-60D2-E382-5842-167E436B636E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27500" y="1736399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06/10</a:t>
            </a:r>
          </a:p>
        </p:txBody>
      </p:sp>
      <p:sp>
        <p:nvSpPr>
          <p:cNvPr id="27" name="Espaço Reservado para Texto 49">
            <a:extLst>
              <a:ext uri="{FF2B5EF4-FFF2-40B4-BE49-F238E27FC236}">
                <a16:creationId xmlns:a16="http://schemas.microsoft.com/office/drawing/2014/main" id="{26E71F26-9073-0E94-3697-A03BE890CF9D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127500" y="28878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14/10</a:t>
            </a:r>
          </a:p>
        </p:txBody>
      </p:sp>
      <p:sp>
        <p:nvSpPr>
          <p:cNvPr id="28" name="Espaço Reservado para Texto 49">
            <a:extLst>
              <a:ext uri="{FF2B5EF4-FFF2-40B4-BE49-F238E27FC236}">
                <a16:creationId xmlns:a16="http://schemas.microsoft.com/office/drawing/2014/main" id="{CF3A2330-DB45-6D81-3034-75399D00FADE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27500" y="40816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/>
            </a:lvl1pPr>
          </a:lstStyle>
          <a:p>
            <a:pPr lvl="0"/>
            <a:r>
              <a:rPr lang="pt-BR" dirty="0"/>
              <a:t>23/10</a:t>
            </a:r>
          </a:p>
        </p:txBody>
      </p:sp>
      <p:sp>
        <p:nvSpPr>
          <p:cNvPr id="30" name="Espaço Reservado para Texto 49">
            <a:extLst>
              <a:ext uri="{FF2B5EF4-FFF2-40B4-BE49-F238E27FC236}">
                <a16:creationId xmlns:a16="http://schemas.microsoft.com/office/drawing/2014/main" id="{E1B59E3B-9443-C31F-CCB8-2071AF3CD34D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8675" y="1094342"/>
            <a:ext cx="2508442" cy="337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2025</a:t>
            </a:r>
          </a:p>
        </p:txBody>
      </p:sp>
      <p:sp>
        <p:nvSpPr>
          <p:cNvPr id="31" name="Espaço Reservado para Texto 31">
            <a:extLst>
              <a:ext uri="{FF2B5EF4-FFF2-40B4-BE49-F238E27FC236}">
                <a16:creationId xmlns:a16="http://schemas.microsoft.com/office/drawing/2014/main" id="{8969FC2F-DEC4-B5E3-8F97-36A7F43CCA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674" y="450452"/>
            <a:ext cx="2509236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rgbClr val="5E22F3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/>
              <a:t>Agenda</a:t>
            </a:r>
          </a:p>
        </p:txBody>
      </p:sp>
      <p:sp>
        <p:nvSpPr>
          <p:cNvPr id="32" name="Espaço Reservado para Texto 40">
            <a:extLst>
              <a:ext uri="{FF2B5EF4-FFF2-40B4-BE49-F238E27FC236}">
                <a16:creationId xmlns:a16="http://schemas.microsoft.com/office/drawing/2014/main" id="{B059E4D6-B8BA-0964-9E24-0B2B2B9147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880" y="1675024"/>
            <a:ext cx="2509236" cy="10128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971479F-44D5-805E-E64D-1D8A11451F8C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126DC1AC-77F2-8DA3-DC38-1FB6ADFA23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23A52754-553A-9347-D33C-B76FEA9C85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5614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A64BBB1C-E9EC-3E1B-6B9E-09D073D21F8A}"/>
              </a:ext>
            </a:extLst>
          </p:cNvPr>
          <p:cNvSpPr/>
          <p:nvPr userDrawn="1"/>
        </p:nvSpPr>
        <p:spPr>
          <a:xfrm>
            <a:off x="444500" y="444500"/>
            <a:ext cx="2857500" cy="5788025"/>
          </a:xfrm>
          <a:prstGeom prst="roundRect">
            <a:avLst>
              <a:gd name="adj" fmla="val 9608"/>
            </a:avLst>
          </a:prstGeom>
          <a:solidFill>
            <a:schemeClr val="tx2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3" name="Espaço Reservado para Texto 49">
            <a:extLst>
              <a:ext uri="{FF2B5EF4-FFF2-40B4-BE49-F238E27FC236}">
                <a16:creationId xmlns:a16="http://schemas.microsoft.com/office/drawing/2014/main" id="{5AD2E902-56D6-6E44-4CAC-DA09CA9709E7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66559" y="1348893"/>
            <a:ext cx="2508442" cy="337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2025</a:t>
            </a:r>
          </a:p>
        </p:txBody>
      </p:sp>
      <p:sp>
        <p:nvSpPr>
          <p:cNvPr id="4" name="Espaço Reservado para Texto 31">
            <a:extLst>
              <a:ext uri="{FF2B5EF4-FFF2-40B4-BE49-F238E27FC236}">
                <a16:creationId xmlns:a16="http://schemas.microsoft.com/office/drawing/2014/main" id="{C33B2A3C-CFA0-D1C1-A7E8-0E160F4D32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558" y="705003"/>
            <a:ext cx="2509236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/>
              <a:t>Agenda</a:t>
            </a:r>
          </a:p>
        </p:txBody>
      </p:sp>
      <p:sp>
        <p:nvSpPr>
          <p:cNvPr id="5" name="Espaço Reservado para Texto 40">
            <a:extLst>
              <a:ext uri="{FF2B5EF4-FFF2-40B4-BE49-F238E27FC236}">
                <a16:creationId xmlns:a16="http://schemas.microsoft.com/office/drawing/2014/main" id="{48F03B51-12D5-0F55-8375-CBB7B7B97A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764" y="1929575"/>
            <a:ext cx="2509236" cy="10128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.</a:t>
            </a:r>
          </a:p>
        </p:txBody>
      </p:sp>
      <p:sp>
        <p:nvSpPr>
          <p:cNvPr id="11" name="Espaço Reservado para Número de Slide 5">
            <a:extLst>
              <a:ext uri="{FF2B5EF4-FFF2-40B4-BE49-F238E27FC236}">
                <a16:creationId xmlns:a16="http://schemas.microsoft.com/office/drawing/2014/main" id="{AD6A4358-652E-8E8C-26FB-9109933DF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D8C4E868-9C4C-7CF4-3878-3E439808D948}"/>
              </a:ext>
            </a:extLst>
          </p:cNvPr>
          <p:cNvCxnSpPr>
            <a:cxnSpLocks/>
          </p:cNvCxnSpPr>
          <p:nvPr userDrawn="1"/>
        </p:nvCxnSpPr>
        <p:spPr>
          <a:xfrm>
            <a:off x="4187825" y="444500"/>
            <a:ext cx="6732000" cy="0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4F2740A4-CB88-E6D2-4F8D-B60737B61777}"/>
              </a:ext>
            </a:extLst>
          </p:cNvPr>
          <p:cNvCxnSpPr>
            <a:cxnSpLocks/>
          </p:cNvCxnSpPr>
          <p:nvPr userDrawn="1"/>
        </p:nvCxnSpPr>
        <p:spPr>
          <a:xfrm>
            <a:off x="4187825" y="1651131"/>
            <a:ext cx="6732000" cy="4949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0D9F3064-B047-C92B-1C8F-7E586760EFF1}"/>
              </a:ext>
            </a:extLst>
          </p:cNvPr>
          <p:cNvCxnSpPr>
            <a:cxnSpLocks/>
          </p:cNvCxnSpPr>
          <p:nvPr userDrawn="1"/>
        </p:nvCxnSpPr>
        <p:spPr>
          <a:xfrm>
            <a:off x="4187825" y="2829482"/>
            <a:ext cx="6732000" cy="0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4C4301E-3948-BA8F-29A0-649343396BC9}"/>
              </a:ext>
            </a:extLst>
          </p:cNvPr>
          <p:cNvCxnSpPr>
            <a:cxnSpLocks/>
          </p:cNvCxnSpPr>
          <p:nvPr userDrawn="1"/>
        </p:nvCxnSpPr>
        <p:spPr>
          <a:xfrm>
            <a:off x="4187825" y="4026686"/>
            <a:ext cx="6732000" cy="0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49">
            <a:extLst>
              <a:ext uri="{FF2B5EF4-FFF2-40B4-BE49-F238E27FC236}">
                <a16:creationId xmlns:a16="http://schemas.microsoft.com/office/drawing/2014/main" id="{C5206690-F85F-0895-76AB-4CEE804E745A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705540" y="559791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A</a:t>
            </a:r>
          </a:p>
        </p:txBody>
      </p:sp>
      <p:sp>
        <p:nvSpPr>
          <p:cNvPr id="14" name="Espaço Reservado para Texto 49">
            <a:extLst>
              <a:ext uri="{FF2B5EF4-FFF2-40B4-BE49-F238E27FC236}">
                <a16:creationId xmlns:a16="http://schemas.microsoft.com/office/drawing/2014/main" id="{4B39176E-8F37-7C72-BD3B-806C51FE05A9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705540" y="1739235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B</a:t>
            </a:r>
            <a:endParaRPr lang="pt-BR"/>
          </a:p>
        </p:txBody>
      </p:sp>
      <p:sp>
        <p:nvSpPr>
          <p:cNvPr id="15" name="Espaço Reservado para Texto 49">
            <a:extLst>
              <a:ext uri="{FF2B5EF4-FFF2-40B4-BE49-F238E27FC236}">
                <a16:creationId xmlns:a16="http://schemas.microsoft.com/office/drawing/2014/main" id="{CCB8BF79-092C-4B9B-9858-CEFBEAB1B32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705540" y="2898800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C</a:t>
            </a:r>
          </a:p>
        </p:txBody>
      </p:sp>
      <p:sp>
        <p:nvSpPr>
          <p:cNvPr id="20" name="Espaço Reservado para Texto 49">
            <a:extLst>
              <a:ext uri="{FF2B5EF4-FFF2-40B4-BE49-F238E27FC236}">
                <a16:creationId xmlns:a16="http://schemas.microsoft.com/office/drawing/2014/main" id="{FCE48643-5758-0097-12F0-C831A04A0CE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705540" y="4084869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D</a:t>
            </a:r>
            <a:endParaRPr lang="pt-BR"/>
          </a:p>
        </p:txBody>
      </p:sp>
      <p:sp>
        <p:nvSpPr>
          <p:cNvPr id="21" name="Espaço Reservado para Texto 49">
            <a:extLst>
              <a:ext uri="{FF2B5EF4-FFF2-40B4-BE49-F238E27FC236}">
                <a16:creationId xmlns:a16="http://schemas.microsoft.com/office/drawing/2014/main" id="{57922D54-F943-A7A4-682D-C654ED948F06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181540" y="534132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03/10</a:t>
            </a:r>
          </a:p>
        </p:txBody>
      </p:sp>
      <p:sp>
        <p:nvSpPr>
          <p:cNvPr id="22" name="Espaço Reservado para Texto 49">
            <a:extLst>
              <a:ext uri="{FF2B5EF4-FFF2-40B4-BE49-F238E27FC236}">
                <a16:creationId xmlns:a16="http://schemas.microsoft.com/office/drawing/2014/main" id="{02C98137-D589-1F55-33A7-A07E1AFB925C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81540" y="1736399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06/10</a:t>
            </a:r>
          </a:p>
        </p:txBody>
      </p:sp>
      <p:sp>
        <p:nvSpPr>
          <p:cNvPr id="23" name="Espaço Reservado para Texto 49">
            <a:extLst>
              <a:ext uri="{FF2B5EF4-FFF2-40B4-BE49-F238E27FC236}">
                <a16:creationId xmlns:a16="http://schemas.microsoft.com/office/drawing/2014/main" id="{EFABEEC6-FDEF-DBC8-3A40-40952F7E5770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181540" y="28878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14/10</a:t>
            </a:r>
          </a:p>
        </p:txBody>
      </p:sp>
      <p:sp>
        <p:nvSpPr>
          <p:cNvPr id="24" name="Espaço Reservado para Texto 49">
            <a:extLst>
              <a:ext uri="{FF2B5EF4-FFF2-40B4-BE49-F238E27FC236}">
                <a16:creationId xmlns:a16="http://schemas.microsoft.com/office/drawing/2014/main" id="{C8A00C84-26AF-5146-4350-8E1AB2C6AD9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81540" y="40816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23/10</a:t>
            </a:r>
          </a:p>
        </p:txBody>
      </p:sp>
      <p:sp>
        <p:nvSpPr>
          <p:cNvPr id="25" name="Espaço Reservado para Texto 21">
            <a:extLst>
              <a:ext uri="{FF2B5EF4-FFF2-40B4-BE49-F238E27FC236}">
                <a16:creationId xmlns:a16="http://schemas.microsoft.com/office/drawing/2014/main" id="{95745801-88E7-2F8B-5B9E-AF08432FCE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05475" y="888157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/>
            </a:br>
            <a:endParaRPr lang="pt-BR"/>
          </a:p>
        </p:txBody>
      </p:sp>
      <p:sp>
        <p:nvSpPr>
          <p:cNvPr id="26" name="Espaço Reservado para Texto 21">
            <a:extLst>
              <a:ext uri="{FF2B5EF4-FFF2-40B4-BE49-F238E27FC236}">
                <a16:creationId xmlns:a16="http://schemas.microsoft.com/office/drawing/2014/main" id="{C5803B3A-0D26-312F-3EB7-957B3BCB5DB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705475" y="2065024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/>
            </a:br>
            <a:endParaRPr lang="pt-BR"/>
          </a:p>
        </p:txBody>
      </p:sp>
      <p:sp>
        <p:nvSpPr>
          <p:cNvPr id="27" name="Espaço Reservado para Texto 21">
            <a:extLst>
              <a:ext uri="{FF2B5EF4-FFF2-40B4-BE49-F238E27FC236}">
                <a16:creationId xmlns:a16="http://schemas.microsoft.com/office/drawing/2014/main" id="{3FE33380-4F63-310A-AD2A-5B816E9EB3E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05475" y="3224957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/>
            </a:br>
            <a:endParaRPr lang="pt-BR"/>
          </a:p>
        </p:txBody>
      </p:sp>
      <p:sp>
        <p:nvSpPr>
          <p:cNvPr id="28" name="Espaço Reservado para Texto 21">
            <a:extLst>
              <a:ext uri="{FF2B5EF4-FFF2-40B4-BE49-F238E27FC236}">
                <a16:creationId xmlns:a16="http://schemas.microsoft.com/office/drawing/2014/main" id="{5B7F320D-44E2-01AA-B5EB-B05E628E650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05475" y="4410291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4977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D4E936DE-D1C1-912A-456B-ACF0CA700D38}"/>
              </a:ext>
            </a:extLst>
          </p:cNvPr>
          <p:cNvCxnSpPr>
            <a:cxnSpLocks/>
          </p:cNvCxnSpPr>
          <p:nvPr userDrawn="1"/>
        </p:nvCxnSpPr>
        <p:spPr>
          <a:xfrm>
            <a:off x="4187825" y="444500"/>
            <a:ext cx="6732000" cy="0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8A7A69FF-EAD7-39DE-2B18-387E608EA497}"/>
              </a:ext>
            </a:extLst>
          </p:cNvPr>
          <p:cNvCxnSpPr>
            <a:cxnSpLocks/>
          </p:cNvCxnSpPr>
          <p:nvPr userDrawn="1"/>
        </p:nvCxnSpPr>
        <p:spPr>
          <a:xfrm>
            <a:off x="4187825" y="1651131"/>
            <a:ext cx="6732000" cy="4949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669634D-03B1-456F-3C4D-455D4355C6F6}"/>
              </a:ext>
            </a:extLst>
          </p:cNvPr>
          <p:cNvCxnSpPr>
            <a:cxnSpLocks/>
          </p:cNvCxnSpPr>
          <p:nvPr userDrawn="1"/>
        </p:nvCxnSpPr>
        <p:spPr>
          <a:xfrm>
            <a:off x="4187825" y="2829482"/>
            <a:ext cx="6732000" cy="0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67850912-8500-58A4-DDA9-48C543737485}"/>
              </a:ext>
            </a:extLst>
          </p:cNvPr>
          <p:cNvCxnSpPr>
            <a:cxnSpLocks/>
          </p:cNvCxnSpPr>
          <p:nvPr userDrawn="1"/>
        </p:nvCxnSpPr>
        <p:spPr>
          <a:xfrm>
            <a:off x="4187825" y="4026686"/>
            <a:ext cx="6732000" cy="0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Texto 49">
            <a:extLst>
              <a:ext uri="{FF2B5EF4-FFF2-40B4-BE49-F238E27FC236}">
                <a16:creationId xmlns:a16="http://schemas.microsoft.com/office/drawing/2014/main" id="{DEEEB7B9-FB14-21E4-2E6C-B16E88266544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705540" y="559791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A</a:t>
            </a:r>
          </a:p>
        </p:txBody>
      </p:sp>
      <p:sp>
        <p:nvSpPr>
          <p:cNvPr id="7" name="Espaço Reservado para Texto 49">
            <a:extLst>
              <a:ext uri="{FF2B5EF4-FFF2-40B4-BE49-F238E27FC236}">
                <a16:creationId xmlns:a16="http://schemas.microsoft.com/office/drawing/2014/main" id="{8A241638-C657-9CF0-BA3B-8651F612ABD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705540" y="1739235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B</a:t>
            </a:r>
            <a:endParaRPr lang="pt-BR"/>
          </a:p>
        </p:txBody>
      </p:sp>
      <p:sp>
        <p:nvSpPr>
          <p:cNvPr id="8" name="Espaço Reservado para Texto 49">
            <a:extLst>
              <a:ext uri="{FF2B5EF4-FFF2-40B4-BE49-F238E27FC236}">
                <a16:creationId xmlns:a16="http://schemas.microsoft.com/office/drawing/2014/main" id="{55AB3DC2-3317-248B-2DF5-A90B2F8D1D7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5705540" y="2898800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C</a:t>
            </a:r>
          </a:p>
        </p:txBody>
      </p:sp>
      <p:sp>
        <p:nvSpPr>
          <p:cNvPr id="9" name="Espaço Reservado para Texto 49">
            <a:extLst>
              <a:ext uri="{FF2B5EF4-FFF2-40B4-BE49-F238E27FC236}">
                <a16:creationId xmlns:a16="http://schemas.microsoft.com/office/drawing/2014/main" id="{F6D2A0F5-5805-4344-1F59-881D3964BC7F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705540" y="4084869"/>
            <a:ext cx="5216460" cy="2967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Evento </a:t>
            </a:r>
            <a:r>
              <a:rPr lang="pt-BR" err="1"/>
              <a:t>D</a:t>
            </a:r>
            <a:endParaRPr lang="pt-BR"/>
          </a:p>
        </p:txBody>
      </p:sp>
      <p:sp>
        <p:nvSpPr>
          <p:cNvPr id="10" name="Espaço Reservado para Texto 49">
            <a:extLst>
              <a:ext uri="{FF2B5EF4-FFF2-40B4-BE49-F238E27FC236}">
                <a16:creationId xmlns:a16="http://schemas.microsoft.com/office/drawing/2014/main" id="{8EAD4B79-F682-1985-E234-8159ABEED47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181540" y="534132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03/10</a:t>
            </a:r>
          </a:p>
        </p:txBody>
      </p:sp>
      <p:sp>
        <p:nvSpPr>
          <p:cNvPr id="13" name="Espaço Reservado para Texto 49">
            <a:extLst>
              <a:ext uri="{FF2B5EF4-FFF2-40B4-BE49-F238E27FC236}">
                <a16:creationId xmlns:a16="http://schemas.microsoft.com/office/drawing/2014/main" id="{0BB7038C-7F2E-CF82-5476-A90A231A0F59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181540" y="1736399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06/10</a:t>
            </a:r>
          </a:p>
        </p:txBody>
      </p:sp>
      <p:sp>
        <p:nvSpPr>
          <p:cNvPr id="14" name="Espaço Reservado para Texto 49">
            <a:extLst>
              <a:ext uri="{FF2B5EF4-FFF2-40B4-BE49-F238E27FC236}">
                <a16:creationId xmlns:a16="http://schemas.microsoft.com/office/drawing/2014/main" id="{7CDAFCD7-BEDA-D677-EA4B-1F17BC6E36C4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4181540" y="28878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14/10</a:t>
            </a:r>
          </a:p>
        </p:txBody>
      </p:sp>
      <p:sp>
        <p:nvSpPr>
          <p:cNvPr id="15" name="Espaço Reservado para Texto 49">
            <a:extLst>
              <a:ext uri="{FF2B5EF4-FFF2-40B4-BE49-F238E27FC236}">
                <a16:creationId xmlns:a16="http://schemas.microsoft.com/office/drawing/2014/main" id="{E2B0BE43-D96B-41BF-B814-E2E2785F573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81540" y="4081665"/>
            <a:ext cx="1524000" cy="5103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23/10</a:t>
            </a:r>
          </a:p>
        </p:txBody>
      </p:sp>
      <p:sp>
        <p:nvSpPr>
          <p:cNvPr id="20" name="Espaço Reservado para Texto 21">
            <a:extLst>
              <a:ext uri="{FF2B5EF4-FFF2-40B4-BE49-F238E27FC236}">
                <a16:creationId xmlns:a16="http://schemas.microsoft.com/office/drawing/2014/main" id="{F3A17D47-0A39-AE91-3A46-2C9B1CC962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705475" y="888157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/>
            </a:br>
            <a:endParaRPr lang="pt-BR"/>
          </a:p>
        </p:txBody>
      </p:sp>
      <p:sp>
        <p:nvSpPr>
          <p:cNvPr id="21" name="Espaço Reservado para Texto 21">
            <a:extLst>
              <a:ext uri="{FF2B5EF4-FFF2-40B4-BE49-F238E27FC236}">
                <a16:creationId xmlns:a16="http://schemas.microsoft.com/office/drawing/2014/main" id="{18948A80-F4E2-844E-C755-236ABBECB74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705475" y="2065024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/>
            </a:br>
            <a:endParaRPr lang="pt-BR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80D27538-BB00-ED08-B088-E6BA5E250A3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705475" y="3224957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/>
            </a:br>
            <a:endParaRPr lang="pt-BR"/>
          </a:p>
        </p:txBody>
      </p:sp>
      <p:sp>
        <p:nvSpPr>
          <p:cNvPr id="23" name="Espaço Reservado para Texto 21">
            <a:extLst>
              <a:ext uri="{FF2B5EF4-FFF2-40B4-BE49-F238E27FC236}">
                <a16:creationId xmlns:a16="http://schemas.microsoft.com/office/drawing/2014/main" id="{69382360-E79C-5AE9-45CE-6AC1CF71647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05475" y="4410291"/>
            <a:ext cx="5216525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lang="pt-BR" dirty="0"/>
            </a:br>
            <a:endParaRPr lang="pt-BR" dirty="0"/>
          </a:p>
        </p:txBody>
      </p:sp>
      <p:sp>
        <p:nvSpPr>
          <p:cNvPr id="25" name="Retângulo com Único Canto Arredondado 24">
            <a:extLst>
              <a:ext uri="{FF2B5EF4-FFF2-40B4-BE49-F238E27FC236}">
                <a16:creationId xmlns:a16="http://schemas.microsoft.com/office/drawing/2014/main" id="{CE5E648D-700B-885C-0440-AC063BF716F1}"/>
              </a:ext>
            </a:extLst>
          </p:cNvPr>
          <p:cNvSpPr/>
          <p:nvPr userDrawn="1"/>
        </p:nvSpPr>
        <p:spPr>
          <a:xfrm flipV="1">
            <a:off x="0" y="-4"/>
            <a:ext cx="3313113" cy="6197887"/>
          </a:xfrm>
          <a:prstGeom prst="round1Rect">
            <a:avLst>
              <a:gd name="adj" fmla="val 6893"/>
            </a:avLst>
          </a:prstGeom>
          <a:solidFill>
            <a:schemeClr val="tx2"/>
          </a:solidFill>
          <a:ln w="747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26" name="Espaço Reservado para Texto 49">
            <a:extLst>
              <a:ext uri="{FF2B5EF4-FFF2-40B4-BE49-F238E27FC236}">
                <a16:creationId xmlns:a16="http://schemas.microsoft.com/office/drawing/2014/main" id="{C8E95315-BBC9-1F25-FFA3-5420719A4C37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8675" y="1094342"/>
            <a:ext cx="2508442" cy="337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2025</a:t>
            </a:r>
          </a:p>
        </p:txBody>
      </p:sp>
      <p:sp>
        <p:nvSpPr>
          <p:cNvPr id="27" name="Espaço Reservado para Texto 31">
            <a:extLst>
              <a:ext uri="{FF2B5EF4-FFF2-40B4-BE49-F238E27FC236}">
                <a16:creationId xmlns:a16="http://schemas.microsoft.com/office/drawing/2014/main" id="{0B9E9157-86A9-C066-0CFE-4DF439D5F6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8674" y="450452"/>
            <a:ext cx="2509236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/>
              <a:t>Agenda</a:t>
            </a:r>
          </a:p>
        </p:txBody>
      </p:sp>
      <p:sp>
        <p:nvSpPr>
          <p:cNvPr id="31" name="Espaço Reservado para Texto 40">
            <a:extLst>
              <a:ext uri="{FF2B5EF4-FFF2-40B4-BE49-F238E27FC236}">
                <a16:creationId xmlns:a16="http://schemas.microsoft.com/office/drawing/2014/main" id="{B03059BD-BB12-67E6-C3EE-2370A1E4EA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880" y="1675024"/>
            <a:ext cx="2509236" cy="101282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.</a:t>
            </a:r>
          </a:p>
        </p:txBody>
      </p:sp>
      <p:sp>
        <p:nvSpPr>
          <p:cNvPr id="33" name="Espaço Reservado para Número de Slide 5">
            <a:extLst>
              <a:ext uri="{FF2B5EF4-FFF2-40B4-BE49-F238E27FC236}">
                <a16:creationId xmlns:a16="http://schemas.microsoft.com/office/drawing/2014/main" id="{F1D7527C-E9B1-A8DD-22F1-22BF84F2F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57056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7">
    <p:bg>
      <p:bgPr>
        <a:solidFill>
          <a:srgbClr val="5E2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04CB64-1A1D-CEDD-C6C5-42B98008B6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29BCD730-29AE-4A9B-B6A6-F65741D14354}"/>
              </a:ext>
            </a:extLst>
          </p:cNvPr>
          <p:cNvCxnSpPr>
            <a:cxnSpLocks/>
          </p:cNvCxnSpPr>
          <p:nvPr userDrawn="1"/>
        </p:nvCxnSpPr>
        <p:spPr>
          <a:xfrm>
            <a:off x="3971261" y="1968229"/>
            <a:ext cx="0" cy="9981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E42AF9B-CD21-FA36-83BC-86AEB16D295B}"/>
              </a:ext>
            </a:extLst>
          </p:cNvPr>
          <p:cNvCxnSpPr>
            <a:cxnSpLocks/>
          </p:cNvCxnSpPr>
          <p:nvPr userDrawn="1"/>
        </p:nvCxnSpPr>
        <p:spPr>
          <a:xfrm>
            <a:off x="7777947" y="1968229"/>
            <a:ext cx="0" cy="9981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C90078AE-B80F-0C04-C809-3E2CE9E4C548}"/>
              </a:ext>
            </a:extLst>
          </p:cNvPr>
          <p:cNvCxnSpPr>
            <a:cxnSpLocks/>
          </p:cNvCxnSpPr>
          <p:nvPr userDrawn="1"/>
        </p:nvCxnSpPr>
        <p:spPr>
          <a:xfrm>
            <a:off x="3971261" y="3353276"/>
            <a:ext cx="0" cy="9981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281286BC-E295-6E47-71C7-2F962A696E7B}"/>
              </a:ext>
            </a:extLst>
          </p:cNvPr>
          <p:cNvCxnSpPr>
            <a:cxnSpLocks/>
          </p:cNvCxnSpPr>
          <p:nvPr userDrawn="1"/>
        </p:nvCxnSpPr>
        <p:spPr>
          <a:xfrm>
            <a:off x="7777947" y="3353276"/>
            <a:ext cx="0" cy="9981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2E81477D-3F85-AA4D-B64A-A181727AF250}"/>
              </a:ext>
            </a:extLst>
          </p:cNvPr>
          <p:cNvCxnSpPr>
            <a:cxnSpLocks/>
          </p:cNvCxnSpPr>
          <p:nvPr userDrawn="1"/>
        </p:nvCxnSpPr>
        <p:spPr>
          <a:xfrm>
            <a:off x="3971261" y="4737011"/>
            <a:ext cx="0" cy="9981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A114A414-2422-D072-D9AB-A78862519EE7}"/>
              </a:ext>
            </a:extLst>
          </p:cNvPr>
          <p:cNvCxnSpPr>
            <a:cxnSpLocks/>
          </p:cNvCxnSpPr>
          <p:nvPr userDrawn="1"/>
        </p:nvCxnSpPr>
        <p:spPr>
          <a:xfrm>
            <a:off x="7777947" y="4737011"/>
            <a:ext cx="0" cy="9981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spaço Reservado para Texto 49">
            <a:extLst>
              <a:ext uri="{FF2B5EF4-FFF2-40B4-BE49-F238E27FC236}">
                <a16:creationId xmlns:a16="http://schemas.microsoft.com/office/drawing/2014/main" id="{689D8DC5-7C22-0575-8B99-C0E0FAF90E3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84435" y="1057617"/>
            <a:ext cx="2824163" cy="337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2025</a:t>
            </a:r>
          </a:p>
        </p:txBody>
      </p:sp>
      <p:sp>
        <p:nvSpPr>
          <p:cNvPr id="34" name="Espaço Reservado para Texto 31">
            <a:extLst>
              <a:ext uri="{FF2B5EF4-FFF2-40B4-BE49-F238E27FC236}">
                <a16:creationId xmlns:a16="http://schemas.microsoft.com/office/drawing/2014/main" id="{4DD13405-8A15-C6DE-A084-9BD649241B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4435" y="413727"/>
            <a:ext cx="2817565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rgbClr val="5E22F3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/>
              <a:t>Agenda</a:t>
            </a:r>
          </a:p>
        </p:txBody>
      </p:sp>
      <p:sp>
        <p:nvSpPr>
          <p:cNvPr id="36" name="Espaço Reservado para Texto 40">
            <a:extLst>
              <a:ext uri="{FF2B5EF4-FFF2-40B4-BE49-F238E27FC236}">
                <a16:creationId xmlns:a16="http://schemas.microsoft.com/office/drawing/2014/main" id="{7E76D601-0461-F1CF-0475-866989AEAF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3147" y="463264"/>
            <a:ext cx="3176556" cy="75711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</p:txBody>
      </p:sp>
      <p:sp>
        <p:nvSpPr>
          <p:cNvPr id="41" name="Espaço Reservado para Texto 49">
            <a:extLst>
              <a:ext uri="{FF2B5EF4-FFF2-40B4-BE49-F238E27FC236}">
                <a16:creationId xmlns:a16="http://schemas.microsoft.com/office/drawing/2014/main" id="{99ECD15A-1F9E-FB39-2E03-80B7F5A53AFD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84435" y="1936335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47" name="Espaço Reservado para Texto 49">
            <a:extLst>
              <a:ext uri="{FF2B5EF4-FFF2-40B4-BE49-F238E27FC236}">
                <a16:creationId xmlns:a16="http://schemas.microsoft.com/office/drawing/2014/main" id="{57BF5FDC-BBC2-6B09-42F3-EB0F060D9564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127500" y="1936335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49" name="Espaço Reservado para Texto 49">
            <a:extLst>
              <a:ext uri="{FF2B5EF4-FFF2-40B4-BE49-F238E27FC236}">
                <a16:creationId xmlns:a16="http://schemas.microsoft.com/office/drawing/2014/main" id="{25ADD24B-146D-623D-B78C-5DBAA15CC2E3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7937500" y="1936335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51" name="Espaço Reservado para Texto 49">
            <a:extLst>
              <a:ext uri="{FF2B5EF4-FFF2-40B4-BE49-F238E27FC236}">
                <a16:creationId xmlns:a16="http://schemas.microsoft.com/office/drawing/2014/main" id="{39F9BE4B-2EF6-F0C6-499E-8702C3F0DAE7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484435" y="3327813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53" name="Espaço Reservado para Texto 49">
            <a:extLst>
              <a:ext uri="{FF2B5EF4-FFF2-40B4-BE49-F238E27FC236}">
                <a16:creationId xmlns:a16="http://schemas.microsoft.com/office/drawing/2014/main" id="{4869A390-874B-FC6A-A7AD-20E091F610C8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4127500" y="3327813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55" name="Espaço Reservado para Texto 49">
            <a:extLst>
              <a:ext uri="{FF2B5EF4-FFF2-40B4-BE49-F238E27FC236}">
                <a16:creationId xmlns:a16="http://schemas.microsoft.com/office/drawing/2014/main" id="{0EF51E8A-3E7C-92CE-6CAC-C2F1D041D600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937500" y="3327813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57" name="Espaço Reservado para Texto 49">
            <a:extLst>
              <a:ext uri="{FF2B5EF4-FFF2-40B4-BE49-F238E27FC236}">
                <a16:creationId xmlns:a16="http://schemas.microsoft.com/office/drawing/2014/main" id="{ED42553A-869F-4BF5-A75E-A72D7C15CBA8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484435" y="4719291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59" name="Espaço Reservado para Texto 49">
            <a:extLst>
              <a:ext uri="{FF2B5EF4-FFF2-40B4-BE49-F238E27FC236}">
                <a16:creationId xmlns:a16="http://schemas.microsoft.com/office/drawing/2014/main" id="{5DD8EFAB-A87D-4BD6-4795-5AC53F00E9C4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127500" y="4719291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61" name="Espaço Reservado para Texto 49">
            <a:extLst>
              <a:ext uri="{FF2B5EF4-FFF2-40B4-BE49-F238E27FC236}">
                <a16:creationId xmlns:a16="http://schemas.microsoft.com/office/drawing/2014/main" id="{A6F72947-328C-DFAB-08D4-F2695B6E9032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937500" y="4719291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/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75" name="Espaço Reservado para Texto 53">
            <a:extLst>
              <a:ext uri="{FF2B5EF4-FFF2-40B4-BE49-F238E27FC236}">
                <a16:creationId xmlns:a16="http://schemas.microsoft.com/office/drawing/2014/main" id="{A11474FF-344D-65FE-849E-B013A33A35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37501" y="2300601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Espaço Reservado para Texto 53">
            <a:extLst>
              <a:ext uri="{FF2B5EF4-FFF2-40B4-BE49-F238E27FC236}">
                <a16:creationId xmlns:a16="http://schemas.microsoft.com/office/drawing/2014/main" id="{8FF0CA7B-82BA-FD1A-78E1-CFEA420618C7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27501" y="2300601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8" name="Espaço Reservado para Texto 53">
            <a:extLst>
              <a:ext uri="{FF2B5EF4-FFF2-40B4-BE49-F238E27FC236}">
                <a16:creationId xmlns:a16="http://schemas.microsoft.com/office/drawing/2014/main" id="{837777BF-F465-4292-CDC0-7C03B3085D4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0339" y="2300601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9" name="Espaço Reservado para Texto 53">
            <a:extLst>
              <a:ext uri="{FF2B5EF4-FFF2-40B4-BE49-F238E27FC236}">
                <a16:creationId xmlns:a16="http://schemas.microsoft.com/office/drawing/2014/main" id="{859291ED-154F-5B3D-73DD-74FF8443E39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937501" y="3700031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Espaço Reservado para Texto 53">
            <a:extLst>
              <a:ext uri="{FF2B5EF4-FFF2-40B4-BE49-F238E27FC236}">
                <a16:creationId xmlns:a16="http://schemas.microsoft.com/office/drawing/2014/main" id="{CFE3D86B-AAB1-0EAC-832A-1D7F210E841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127501" y="3700031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1" name="Espaço Reservado para Texto 53">
            <a:extLst>
              <a:ext uri="{FF2B5EF4-FFF2-40B4-BE49-F238E27FC236}">
                <a16:creationId xmlns:a16="http://schemas.microsoft.com/office/drawing/2014/main" id="{D7D374BB-10AF-834B-1874-242D478D20B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00339" y="3700031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Espaço Reservado para Texto 53">
            <a:extLst>
              <a:ext uri="{FF2B5EF4-FFF2-40B4-BE49-F238E27FC236}">
                <a16:creationId xmlns:a16="http://schemas.microsoft.com/office/drawing/2014/main" id="{88FC9B87-2986-A295-FF31-8BA9C9867D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937501" y="5099460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3" name="Espaço Reservado para Texto 53">
            <a:extLst>
              <a:ext uri="{FF2B5EF4-FFF2-40B4-BE49-F238E27FC236}">
                <a16:creationId xmlns:a16="http://schemas.microsoft.com/office/drawing/2014/main" id="{40E9D658-CDC3-2331-8E8D-5A02AD84883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127501" y="5099460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4" name="Espaço Reservado para Texto 53">
            <a:extLst>
              <a:ext uri="{FF2B5EF4-FFF2-40B4-BE49-F238E27FC236}">
                <a16:creationId xmlns:a16="http://schemas.microsoft.com/office/drawing/2014/main" id="{85E78B9C-9F27-02D5-35EE-9AC80E6455A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00339" y="5099460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/>
            </a:lvl1pPr>
          </a:lstStyle>
          <a:p>
            <a:pPr marL="0" marR="0" lvl="0" indent="0" algn="l" defTabSz="914400" rtl="0" eaLnBrk="1" fontAlgn="auto" latinLnBrk="0" hangingPunct="1"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Aqui vai a descrição do evento. Cate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aucta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quas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morum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et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Catis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Gulegit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;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nondees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critempl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 Sp. </a:t>
            </a:r>
            <a:r>
              <a:rPr kumimoji="0" lang="pt-BR" sz="10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Valica</a:t>
            </a: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  <a:endParaRPr kumimoji="0" lang="pt-BR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5EAD5F4B-19AD-6804-7F4B-4C9654F49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54E7D5E6-9B5B-C571-27BB-9EDF9D01CE8B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2056C5CD-9BBC-7295-24FB-43006268B9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9B6E1F85-E124-B691-4806-23229E50BC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980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0A04CB64-1A1D-CEDD-C6C5-42B98008B6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Espaço Reservado para Texto 49">
            <a:extLst>
              <a:ext uri="{FF2B5EF4-FFF2-40B4-BE49-F238E27FC236}">
                <a16:creationId xmlns:a16="http://schemas.microsoft.com/office/drawing/2014/main" id="{689D8DC5-7C22-0575-8B99-C0E0FAF90E35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84435" y="1057617"/>
            <a:ext cx="2824163" cy="337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pt-BR" dirty="0"/>
              <a:t>2025</a:t>
            </a:r>
          </a:p>
        </p:txBody>
      </p:sp>
      <p:sp>
        <p:nvSpPr>
          <p:cNvPr id="34" name="Espaço Reservado para Texto 31">
            <a:extLst>
              <a:ext uri="{FF2B5EF4-FFF2-40B4-BE49-F238E27FC236}">
                <a16:creationId xmlns:a16="http://schemas.microsoft.com/office/drawing/2014/main" id="{4DD13405-8A15-C6DE-A084-9BD649241B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4435" y="413727"/>
            <a:ext cx="2824163" cy="5176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pt-BR" sz="3200" b="1" dirty="0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/>
              <a:t>Agenda</a:t>
            </a:r>
          </a:p>
        </p:txBody>
      </p:sp>
      <p:sp>
        <p:nvSpPr>
          <p:cNvPr id="36" name="Espaço Reservado para Texto 40">
            <a:extLst>
              <a:ext uri="{FF2B5EF4-FFF2-40B4-BE49-F238E27FC236}">
                <a16:creationId xmlns:a16="http://schemas.microsoft.com/office/drawing/2014/main" id="{7E76D601-0461-F1CF-0475-866989AEAF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63147" y="463264"/>
            <a:ext cx="3176556" cy="75711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 </a:t>
            </a:r>
            <a:r>
              <a:rPr lang="pt-BR" err="1"/>
              <a:t>rimusultore</a:t>
            </a:r>
            <a:r>
              <a:rPr lang="pt-BR"/>
              <a:t> </a:t>
            </a:r>
            <a:r>
              <a:rPr lang="pt-BR" err="1"/>
              <a:t>duc</a:t>
            </a:r>
            <a:r>
              <a:rPr lang="pt-BR"/>
              <a:t> </a:t>
            </a:r>
            <a:r>
              <a:rPr lang="pt-BR" err="1"/>
              <a:t>verum</a:t>
            </a:r>
            <a:r>
              <a:rPr lang="pt-BR"/>
              <a:t> </a:t>
            </a:r>
            <a:r>
              <a:rPr lang="pt-BR" err="1"/>
              <a:t>larbis</a:t>
            </a:r>
            <a:r>
              <a:rPr lang="pt-BR"/>
              <a:t>, </a:t>
            </a:r>
            <a:r>
              <a:rPr lang="pt-BR" err="1"/>
              <a:t>uterude</a:t>
            </a:r>
            <a:r>
              <a:rPr lang="pt-BR"/>
              <a:t> </a:t>
            </a:r>
            <a:r>
              <a:rPr lang="pt-BR" err="1"/>
              <a:t>stimus</a:t>
            </a:r>
            <a:r>
              <a:rPr lang="pt-BR"/>
              <a:t>, </a:t>
            </a:r>
            <a:r>
              <a:rPr lang="pt-BR" err="1"/>
              <a:t>nessing</a:t>
            </a:r>
            <a:r>
              <a:rPr lang="pt-BR"/>
              <a:t> </a:t>
            </a:r>
            <a:r>
              <a:rPr lang="pt-BR" err="1"/>
              <a:t>uliceritum</a:t>
            </a:r>
            <a:r>
              <a:rPr lang="pt-BR"/>
              <a:t> es </a:t>
            </a:r>
            <a:r>
              <a:rPr lang="pt-BR" err="1"/>
              <a:t>faccis</a:t>
            </a:r>
            <a:r>
              <a:rPr lang="pt-BR"/>
              <a:t> </a:t>
            </a:r>
            <a:r>
              <a:rPr lang="pt-BR" err="1"/>
              <a:t>occivem</a:t>
            </a:r>
            <a:r>
              <a:rPr lang="pt-BR"/>
              <a:t>.</a:t>
            </a: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5EAD5F4B-19AD-6804-7F4B-4C9654F49E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B0BA672B-C844-35E2-5B52-7A59010986B3}"/>
              </a:ext>
            </a:extLst>
          </p:cNvPr>
          <p:cNvCxnSpPr>
            <a:cxnSpLocks/>
          </p:cNvCxnSpPr>
          <p:nvPr userDrawn="1"/>
        </p:nvCxnSpPr>
        <p:spPr>
          <a:xfrm>
            <a:off x="3971261" y="1870694"/>
            <a:ext cx="0" cy="998145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BAA501D-25BE-6387-C3FF-7FC1B802C27F}"/>
              </a:ext>
            </a:extLst>
          </p:cNvPr>
          <p:cNvCxnSpPr>
            <a:cxnSpLocks/>
          </p:cNvCxnSpPr>
          <p:nvPr userDrawn="1"/>
        </p:nvCxnSpPr>
        <p:spPr>
          <a:xfrm>
            <a:off x="7777947" y="1870694"/>
            <a:ext cx="0" cy="998145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F86B1E9-5328-BC0B-E844-95D96C1862A4}"/>
              </a:ext>
            </a:extLst>
          </p:cNvPr>
          <p:cNvCxnSpPr>
            <a:cxnSpLocks/>
          </p:cNvCxnSpPr>
          <p:nvPr userDrawn="1"/>
        </p:nvCxnSpPr>
        <p:spPr>
          <a:xfrm>
            <a:off x="3971261" y="3255741"/>
            <a:ext cx="0" cy="998145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1CB8063C-1398-E8D4-1EAB-C27BF7E1506A}"/>
              </a:ext>
            </a:extLst>
          </p:cNvPr>
          <p:cNvCxnSpPr>
            <a:cxnSpLocks/>
          </p:cNvCxnSpPr>
          <p:nvPr userDrawn="1"/>
        </p:nvCxnSpPr>
        <p:spPr>
          <a:xfrm>
            <a:off x="7777947" y="3255741"/>
            <a:ext cx="0" cy="998145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3C86F9E-4168-BFE5-B6F8-E31006038885}"/>
              </a:ext>
            </a:extLst>
          </p:cNvPr>
          <p:cNvCxnSpPr>
            <a:cxnSpLocks/>
          </p:cNvCxnSpPr>
          <p:nvPr userDrawn="1"/>
        </p:nvCxnSpPr>
        <p:spPr>
          <a:xfrm>
            <a:off x="3971261" y="4639476"/>
            <a:ext cx="0" cy="998145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3A8B51D-F495-CF73-3A6C-A6D86376E855}"/>
              </a:ext>
            </a:extLst>
          </p:cNvPr>
          <p:cNvCxnSpPr>
            <a:cxnSpLocks/>
          </p:cNvCxnSpPr>
          <p:nvPr userDrawn="1"/>
        </p:nvCxnSpPr>
        <p:spPr>
          <a:xfrm>
            <a:off x="7777947" y="4639476"/>
            <a:ext cx="0" cy="998145"/>
          </a:xfrm>
          <a:prstGeom prst="line">
            <a:avLst/>
          </a:prstGeom>
          <a:ln w="12700">
            <a:solidFill>
              <a:srgbClr val="5E22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49">
            <a:extLst>
              <a:ext uri="{FF2B5EF4-FFF2-40B4-BE49-F238E27FC236}">
                <a16:creationId xmlns:a16="http://schemas.microsoft.com/office/drawing/2014/main" id="{0A4F2C43-EBCB-5D0E-894F-22AC32CB5D9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468531" y="1838800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12" name="Espaço Reservado para Texto 49">
            <a:extLst>
              <a:ext uri="{FF2B5EF4-FFF2-40B4-BE49-F238E27FC236}">
                <a16:creationId xmlns:a16="http://schemas.microsoft.com/office/drawing/2014/main" id="{4DC8B22E-A17B-D5D9-A7E2-51E6C7ABF62C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4127500" y="1838800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13" name="Espaço Reservado para Texto 49">
            <a:extLst>
              <a:ext uri="{FF2B5EF4-FFF2-40B4-BE49-F238E27FC236}">
                <a16:creationId xmlns:a16="http://schemas.microsoft.com/office/drawing/2014/main" id="{1FADB049-1AE3-6884-D786-B0DC1556E55C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7937500" y="1838800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14" name="Espaço Reservado para Texto 49">
            <a:extLst>
              <a:ext uri="{FF2B5EF4-FFF2-40B4-BE49-F238E27FC236}">
                <a16:creationId xmlns:a16="http://schemas.microsoft.com/office/drawing/2014/main" id="{172DBF3A-7CC0-64F7-D601-1CCFD187A997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468531" y="3230278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16" name="Espaço Reservado para Texto 49">
            <a:extLst>
              <a:ext uri="{FF2B5EF4-FFF2-40B4-BE49-F238E27FC236}">
                <a16:creationId xmlns:a16="http://schemas.microsoft.com/office/drawing/2014/main" id="{A1D7BF92-EB9C-1D28-82C2-383D0B050875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4127500" y="3230278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17" name="Espaço Reservado para Texto 49">
            <a:extLst>
              <a:ext uri="{FF2B5EF4-FFF2-40B4-BE49-F238E27FC236}">
                <a16:creationId xmlns:a16="http://schemas.microsoft.com/office/drawing/2014/main" id="{6FCBAC1C-7251-1445-CB00-5BEB7ACE7F99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937500" y="3230278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19" name="Espaço Reservado para Texto 49">
            <a:extLst>
              <a:ext uri="{FF2B5EF4-FFF2-40B4-BE49-F238E27FC236}">
                <a16:creationId xmlns:a16="http://schemas.microsoft.com/office/drawing/2014/main" id="{EEACD08A-7F04-A318-1278-3C2E801479F3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468531" y="4621756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20" name="Espaço Reservado para Texto 49">
            <a:extLst>
              <a:ext uri="{FF2B5EF4-FFF2-40B4-BE49-F238E27FC236}">
                <a16:creationId xmlns:a16="http://schemas.microsoft.com/office/drawing/2014/main" id="{6DFE40B6-3CF4-5F14-92DC-8FA1960FF62C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127500" y="4621756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21" name="Espaço Reservado para Texto 49">
            <a:extLst>
              <a:ext uri="{FF2B5EF4-FFF2-40B4-BE49-F238E27FC236}">
                <a16:creationId xmlns:a16="http://schemas.microsoft.com/office/drawing/2014/main" id="{4D6C7C02-F5AA-8CC1-F789-EA3AB8AB7D92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937500" y="4621756"/>
            <a:ext cx="1524000" cy="3416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03-10</a:t>
            </a:r>
          </a:p>
        </p:txBody>
      </p:sp>
      <p:sp>
        <p:nvSpPr>
          <p:cNvPr id="22" name="Espaço Reservado para Texto 53">
            <a:extLst>
              <a:ext uri="{FF2B5EF4-FFF2-40B4-BE49-F238E27FC236}">
                <a16:creationId xmlns:a16="http://schemas.microsoft.com/office/drawing/2014/main" id="{46C193D9-ED23-674B-8D0E-72212F570AB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127501" y="2203066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23" name="Espaço Reservado para Texto 53">
            <a:extLst>
              <a:ext uri="{FF2B5EF4-FFF2-40B4-BE49-F238E27FC236}">
                <a16:creationId xmlns:a16="http://schemas.microsoft.com/office/drawing/2014/main" id="{BC57FA9E-318B-371B-E23D-235F82C7697B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84435" y="2203066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25" name="Espaço Reservado para Texto 53">
            <a:extLst>
              <a:ext uri="{FF2B5EF4-FFF2-40B4-BE49-F238E27FC236}">
                <a16:creationId xmlns:a16="http://schemas.microsoft.com/office/drawing/2014/main" id="{A7335131-1D4D-61C3-7E79-D499E8026BE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937501" y="3602496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27" name="Espaço Reservado para Texto 53">
            <a:extLst>
              <a:ext uri="{FF2B5EF4-FFF2-40B4-BE49-F238E27FC236}">
                <a16:creationId xmlns:a16="http://schemas.microsoft.com/office/drawing/2014/main" id="{BDABA611-4E2F-EEAA-548E-1F979C5387C5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127501" y="3602496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28" name="Espaço Reservado para Texto 53">
            <a:extLst>
              <a:ext uri="{FF2B5EF4-FFF2-40B4-BE49-F238E27FC236}">
                <a16:creationId xmlns:a16="http://schemas.microsoft.com/office/drawing/2014/main" id="{EDD0E313-1B8C-0F59-62DA-4F2A5544B95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84435" y="3602496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29" name="Espaço Reservado para Texto 53">
            <a:extLst>
              <a:ext uri="{FF2B5EF4-FFF2-40B4-BE49-F238E27FC236}">
                <a16:creationId xmlns:a16="http://schemas.microsoft.com/office/drawing/2014/main" id="{AEC26E70-919F-814E-CEF0-62647F2F3873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937501" y="5001925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30" name="Espaço Reservado para Texto 53">
            <a:extLst>
              <a:ext uri="{FF2B5EF4-FFF2-40B4-BE49-F238E27FC236}">
                <a16:creationId xmlns:a16="http://schemas.microsoft.com/office/drawing/2014/main" id="{4F893772-3E0B-C31C-2B99-E466C213D6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127501" y="5001925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  <p:sp>
        <p:nvSpPr>
          <p:cNvPr id="31" name="Espaço Reservado para Texto 53">
            <a:extLst>
              <a:ext uri="{FF2B5EF4-FFF2-40B4-BE49-F238E27FC236}">
                <a16:creationId xmlns:a16="http://schemas.microsoft.com/office/drawing/2014/main" id="{9CE37394-8D59-B8B0-3DDF-814B0891BAEC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84435" y="5001925"/>
            <a:ext cx="2506642" cy="50230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 dirty="0"/>
              <a:t>Aqui vai a descrição do evento.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.</a:t>
            </a:r>
          </a:p>
        </p:txBody>
      </p:sp>
      <p:sp>
        <p:nvSpPr>
          <p:cNvPr id="35" name="Espaço Reservado para Texto 21">
            <a:extLst>
              <a:ext uri="{FF2B5EF4-FFF2-40B4-BE49-F238E27FC236}">
                <a16:creationId xmlns:a16="http://schemas.microsoft.com/office/drawing/2014/main" id="{84D256F5-B1A2-3DF5-D38E-BF8E114F278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37500" y="2203520"/>
            <a:ext cx="2503328" cy="3831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BR"/>
              <a:t>Aqui vai a descrição do evento.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Sp. </a:t>
            </a:r>
            <a:r>
              <a:rPr lang="pt-BR" err="1"/>
              <a:t>Valica</a:t>
            </a:r>
            <a:r>
              <a:rPr lang="pt-BR"/>
              <a:t> </a:t>
            </a:r>
            <a:r>
              <a:rPr lang="pt-BR" err="1"/>
              <a:t>viderfi</a:t>
            </a:r>
            <a:r>
              <a:rPr lang="pt-B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36023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9DED7EA5-7E60-74FD-D1E4-3E58F3C24B1A}"/>
              </a:ext>
            </a:extLst>
          </p:cNvPr>
          <p:cNvGrpSpPr/>
          <p:nvPr userDrawn="1"/>
        </p:nvGrpSpPr>
        <p:grpSpPr>
          <a:xfrm>
            <a:off x="-256673" y="-144379"/>
            <a:ext cx="12512842" cy="7074568"/>
            <a:chOff x="-128337" y="-96253"/>
            <a:chExt cx="12384505" cy="7026442"/>
          </a:xfrm>
          <a:solidFill>
            <a:srgbClr val="008799"/>
          </a:solidFill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2BCCAD64-72A5-CDC4-3819-D35D4B3FA80E}"/>
                </a:ext>
              </a:extLst>
            </p:cNvPr>
            <p:cNvSpPr>
              <a:spLocks/>
            </p:cNvSpPr>
            <p:nvPr userDrawn="1"/>
          </p:nvSpPr>
          <p:spPr>
            <a:xfrm>
              <a:off x="-128337" y="-96253"/>
              <a:ext cx="12384505" cy="7026442"/>
            </a:xfrm>
            <a:prstGeom prst="rect">
              <a:avLst/>
            </a:prstGeom>
            <a:grpFill/>
            <a:ln w="747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 algn="l"/>
              <a:endParaRPr lang="pt-BR" dirty="0"/>
            </a:p>
          </p:txBody>
        </p:sp>
        <p:cxnSp>
          <p:nvCxnSpPr>
            <p:cNvPr id="12" name="Conector Reto 9">
              <a:extLst>
                <a:ext uri="{FF2B5EF4-FFF2-40B4-BE49-F238E27FC236}">
                  <a16:creationId xmlns:a16="http://schemas.microsoft.com/office/drawing/2014/main" id="{7FDE3703-67E2-465D-C605-F5B9E4D1865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349768"/>
              <a:ext cx="11303000" cy="0"/>
            </a:xfrm>
            <a:prstGeom prst="line">
              <a:avLst/>
            </a:prstGeom>
            <a:grpFill/>
            <a:ln w="12700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49D4CC8D-896B-B470-403E-C3BFED169F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 t="31097" b="31097"/>
            <a:stretch/>
          </p:blipFill>
          <p:spPr>
            <a:xfrm>
              <a:off x="348248" y="6381853"/>
              <a:ext cx="1031373" cy="389916"/>
            </a:xfrm>
            <a:prstGeom prst="rect">
              <a:avLst/>
            </a:prstGeom>
            <a:grpFill/>
          </p:spPr>
        </p:pic>
      </p:grpSp>
      <p:sp>
        <p:nvSpPr>
          <p:cNvPr id="6" name="Espaço Reservado para Texto 13">
            <a:extLst>
              <a:ext uri="{FF2B5EF4-FFF2-40B4-BE49-F238E27FC236}">
                <a16:creationId xmlns:a16="http://schemas.microsoft.com/office/drawing/2014/main" id="{AEE74C4F-0B2F-E82C-782E-77431B9F36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964094"/>
            <a:ext cx="8445500" cy="453694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3167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3A57C3FB-A388-3B47-6E34-84C8A332A1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964094"/>
            <a:ext cx="8445500" cy="453694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600">
                <a:solidFill>
                  <a:srgbClr val="5E22F3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</a:t>
            </a:r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3DBDD1B-498C-6822-A9FE-98D5FA10F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4621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56A70CC4-6E3D-1632-B28F-EA83434F13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8615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CC58B68A-85D0-B46B-2C40-AB321F5B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1897323"/>
            <a:ext cx="5040000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C. </a:t>
            </a:r>
            <a:r>
              <a:rPr lang="pt-BR" dirty="0" err="1"/>
              <a:t>Valiciaecia</a:t>
            </a:r>
            <a:r>
              <a:rPr lang="pt-BR" dirty="0"/>
              <a:t> </a:t>
            </a:r>
            <a:r>
              <a:rPr lang="pt-BR" dirty="0" err="1"/>
              <a:t>noris</a:t>
            </a:r>
            <a:r>
              <a:rPr lang="pt-BR" dirty="0"/>
              <a:t> </a:t>
            </a:r>
            <a:r>
              <a:rPr lang="pt-BR" dirty="0" err="1"/>
              <a:t>occiena</a:t>
            </a:r>
            <a:r>
              <a:rPr lang="pt-BR" dirty="0"/>
              <a:t>, num </a:t>
            </a:r>
            <a:r>
              <a:rPr lang="pt-BR" dirty="0" err="1"/>
              <a:t>pervid</a:t>
            </a:r>
            <a:r>
              <a:rPr lang="pt-BR" dirty="0"/>
              <a:t> </a:t>
            </a:r>
            <a:r>
              <a:rPr lang="pt-BR" dirty="0" err="1"/>
              <a:t>inatium</a:t>
            </a:r>
            <a:r>
              <a:rPr lang="pt-BR" dirty="0"/>
              <a:t> </a:t>
            </a:r>
            <a:r>
              <a:rPr lang="pt-BR" dirty="0" err="1"/>
              <a:t>eluterit</a:t>
            </a:r>
            <a:r>
              <a:rPr lang="pt-BR" dirty="0"/>
              <a:t> rei in </a:t>
            </a:r>
            <a:r>
              <a:rPr lang="pt-BR" dirty="0" err="1"/>
              <a:t>Etriorum</a:t>
            </a:r>
            <a:r>
              <a:rPr lang="pt-BR" dirty="0"/>
              <a:t> </a:t>
            </a:r>
            <a:r>
              <a:rPr lang="pt-BR" dirty="0" err="1"/>
              <a:t>spiore</a:t>
            </a:r>
            <a:r>
              <a:rPr lang="pt-BR" dirty="0"/>
              <a:t> </a:t>
            </a:r>
            <a:r>
              <a:rPr lang="pt-BR" dirty="0" err="1"/>
              <a:t>pecitiq</a:t>
            </a:r>
            <a:r>
              <a:rPr lang="pt-BR" dirty="0"/>
              <a:t> </a:t>
            </a:r>
            <a:r>
              <a:rPr lang="pt-BR" dirty="0" err="1"/>
              <a:t>uervivasto</a:t>
            </a:r>
            <a:r>
              <a:rPr lang="pt-BR" dirty="0"/>
              <a:t> </a:t>
            </a:r>
            <a:r>
              <a:rPr lang="pt-BR" dirty="0" err="1"/>
              <a:t>cresime</a:t>
            </a:r>
            <a:r>
              <a:rPr lang="pt-BR" dirty="0"/>
              <a:t> </a:t>
            </a:r>
            <a:r>
              <a:rPr lang="pt-BR" dirty="0" err="1"/>
              <a:t>deesto</a:t>
            </a:r>
            <a:r>
              <a:rPr lang="pt-BR" dirty="0"/>
              <a:t> </a:t>
            </a:r>
            <a:r>
              <a:rPr lang="pt-BR" dirty="0" err="1"/>
              <a:t>con</a:t>
            </a:r>
            <a:r>
              <a:rPr lang="pt-BR" dirty="0"/>
              <a:t> </a:t>
            </a:r>
            <a:r>
              <a:rPr lang="pt-BR" dirty="0" err="1"/>
              <a:t>hostro</a:t>
            </a:r>
            <a:r>
              <a:rPr lang="pt-BR" dirty="0"/>
              <a:t>, cio, se </a:t>
            </a:r>
            <a:r>
              <a:rPr lang="pt-BR" dirty="0" err="1"/>
              <a:t>cribunum</a:t>
            </a:r>
            <a:r>
              <a:rPr lang="pt-BR" dirty="0"/>
              <a:t>, </a:t>
            </a:r>
            <a:r>
              <a:rPr lang="pt-BR" dirty="0" err="1"/>
              <a:t>ex</a:t>
            </a:r>
            <a:r>
              <a:rPr lang="pt-BR" dirty="0"/>
              <a:t> se, </a:t>
            </a:r>
            <a:r>
              <a:rPr lang="pt-BR" dirty="0" err="1"/>
              <a:t>nost</a:t>
            </a:r>
            <a:r>
              <a:rPr lang="pt-BR" dirty="0"/>
              <a:t> in </a:t>
            </a:r>
            <a:r>
              <a:rPr lang="pt-BR" dirty="0" err="1"/>
              <a:t>ines</a:t>
            </a:r>
            <a:r>
              <a:rPr lang="pt-BR" dirty="0"/>
              <a:t>.</a:t>
            </a:r>
          </a:p>
        </p:txBody>
      </p:sp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2500" y="1897323"/>
            <a:ext cx="5040000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C. </a:t>
            </a:r>
            <a:r>
              <a:rPr lang="pt-BR" dirty="0" err="1"/>
              <a:t>Valiciaecia</a:t>
            </a:r>
            <a:r>
              <a:rPr lang="pt-BR" dirty="0"/>
              <a:t> </a:t>
            </a:r>
            <a:r>
              <a:rPr lang="pt-BR" dirty="0" err="1"/>
              <a:t>noris</a:t>
            </a:r>
            <a:r>
              <a:rPr lang="pt-BR" dirty="0"/>
              <a:t> </a:t>
            </a:r>
            <a:r>
              <a:rPr lang="pt-BR" dirty="0" err="1"/>
              <a:t>occiena</a:t>
            </a:r>
            <a:r>
              <a:rPr lang="pt-BR" dirty="0"/>
              <a:t>, num </a:t>
            </a:r>
            <a:r>
              <a:rPr lang="pt-BR" dirty="0" err="1"/>
              <a:t>pervid</a:t>
            </a:r>
            <a:r>
              <a:rPr lang="pt-BR" dirty="0"/>
              <a:t> </a:t>
            </a:r>
            <a:r>
              <a:rPr lang="pt-BR" dirty="0" err="1"/>
              <a:t>inatium</a:t>
            </a:r>
            <a:r>
              <a:rPr lang="pt-BR" dirty="0"/>
              <a:t> </a:t>
            </a:r>
            <a:r>
              <a:rPr lang="pt-BR" dirty="0" err="1"/>
              <a:t>eluterit</a:t>
            </a:r>
            <a:r>
              <a:rPr lang="pt-BR" dirty="0"/>
              <a:t> rei in </a:t>
            </a:r>
            <a:r>
              <a:rPr lang="pt-BR" dirty="0" err="1"/>
              <a:t>Etriorum</a:t>
            </a:r>
            <a:r>
              <a:rPr lang="pt-BR" dirty="0"/>
              <a:t> </a:t>
            </a:r>
            <a:r>
              <a:rPr lang="pt-BR" dirty="0" err="1"/>
              <a:t>spiore</a:t>
            </a:r>
            <a:r>
              <a:rPr lang="pt-BR" dirty="0"/>
              <a:t> </a:t>
            </a:r>
            <a:r>
              <a:rPr lang="pt-BR" dirty="0" err="1"/>
              <a:t>pecitiq</a:t>
            </a:r>
            <a:r>
              <a:rPr lang="pt-BR" dirty="0"/>
              <a:t> </a:t>
            </a:r>
            <a:r>
              <a:rPr lang="pt-BR" dirty="0" err="1"/>
              <a:t>uervivasto</a:t>
            </a:r>
            <a:r>
              <a:rPr lang="pt-BR" dirty="0"/>
              <a:t> </a:t>
            </a:r>
            <a:r>
              <a:rPr lang="pt-BR" dirty="0" err="1"/>
              <a:t>cresime</a:t>
            </a:r>
            <a:r>
              <a:rPr lang="pt-BR" dirty="0"/>
              <a:t> </a:t>
            </a:r>
            <a:r>
              <a:rPr lang="pt-BR" dirty="0" err="1"/>
              <a:t>deesto</a:t>
            </a:r>
            <a:r>
              <a:rPr lang="pt-BR" dirty="0"/>
              <a:t> </a:t>
            </a:r>
            <a:r>
              <a:rPr lang="pt-BR" dirty="0" err="1"/>
              <a:t>con</a:t>
            </a:r>
            <a:r>
              <a:rPr lang="pt-BR" dirty="0"/>
              <a:t> </a:t>
            </a:r>
            <a:r>
              <a:rPr lang="pt-BR" dirty="0" err="1"/>
              <a:t>hostro</a:t>
            </a:r>
            <a:r>
              <a:rPr lang="pt-BR" dirty="0"/>
              <a:t>, cio, se </a:t>
            </a:r>
            <a:r>
              <a:rPr lang="pt-BR" dirty="0" err="1"/>
              <a:t>cribunum</a:t>
            </a:r>
            <a:r>
              <a:rPr lang="pt-BR" dirty="0"/>
              <a:t>, </a:t>
            </a:r>
            <a:r>
              <a:rPr lang="pt-BR" dirty="0" err="1"/>
              <a:t>ex</a:t>
            </a:r>
            <a:r>
              <a:rPr lang="pt-BR" dirty="0"/>
              <a:t> se, </a:t>
            </a:r>
            <a:r>
              <a:rPr lang="pt-BR" dirty="0" err="1"/>
              <a:t>nost</a:t>
            </a:r>
            <a:r>
              <a:rPr lang="pt-BR" dirty="0"/>
              <a:t> in </a:t>
            </a:r>
            <a:r>
              <a:rPr lang="pt-BR" dirty="0" err="1"/>
              <a:t>ines</a:t>
            </a:r>
            <a:r>
              <a:rPr lang="pt-BR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A7FEF34-8834-6C12-EABC-1EAA338668FA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27D03E96-4902-D25E-8BCA-9FACC5CA269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F16ED6D-C890-985E-B147-82B9149098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8E6404A-6808-F219-C69C-4AEFDB8E3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9282C259-455C-63EA-90D0-FCE455E6D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9895368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7">
            <a:extLst>
              <a:ext uri="{FF2B5EF4-FFF2-40B4-BE49-F238E27FC236}">
                <a16:creationId xmlns:a16="http://schemas.microsoft.com/office/drawing/2014/main" id="{CE65932C-3B4B-38F0-C2DA-2205AA563B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65432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66954C83-917D-9A03-E7BC-11D9F2F10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1897323"/>
            <a:ext cx="5040000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C. </a:t>
            </a:r>
            <a:r>
              <a:rPr lang="pt-BR" dirty="0" err="1"/>
              <a:t>Valiciaecia</a:t>
            </a:r>
            <a:r>
              <a:rPr lang="pt-BR" dirty="0"/>
              <a:t> </a:t>
            </a:r>
            <a:r>
              <a:rPr lang="pt-BR" dirty="0" err="1"/>
              <a:t>noris</a:t>
            </a:r>
            <a:r>
              <a:rPr lang="pt-BR" dirty="0"/>
              <a:t> </a:t>
            </a:r>
            <a:r>
              <a:rPr lang="pt-BR" dirty="0" err="1"/>
              <a:t>occiena</a:t>
            </a:r>
            <a:r>
              <a:rPr lang="pt-BR" dirty="0"/>
              <a:t>, num </a:t>
            </a:r>
            <a:r>
              <a:rPr lang="pt-BR" dirty="0" err="1"/>
              <a:t>pervid</a:t>
            </a:r>
            <a:r>
              <a:rPr lang="pt-BR" dirty="0"/>
              <a:t> </a:t>
            </a:r>
            <a:r>
              <a:rPr lang="pt-BR" dirty="0" err="1"/>
              <a:t>inatium</a:t>
            </a:r>
            <a:r>
              <a:rPr lang="pt-BR" dirty="0"/>
              <a:t> </a:t>
            </a:r>
            <a:r>
              <a:rPr lang="pt-BR" dirty="0" err="1"/>
              <a:t>eluterit</a:t>
            </a:r>
            <a:r>
              <a:rPr lang="pt-BR" dirty="0"/>
              <a:t> rei in </a:t>
            </a:r>
            <a:r>
              <a:rPr lang="pt-BR" dirty="0" err="1"/>
              <a:t>Etriorum</a:t>
            </a:r>
            <a:r>
              <a:rPr lang="pt-BR" dirty="0"/>
              <a:t> </a:t>
            </a:r>
            <a:r>
              <a:rPr lang="pt-BR" dirty="0" err="1"/>
              <a:t>spiore</a:t>
            </a:r>
            <a:r>
              <a:rPr lang="pt-BR" dirty="0"/>
              <a:t> </a:t>
            </a:r>
            <a:r>
              <a:rPr lang="pt-BR" dirty="0" err="1"/>
              <a:t>pecitiq</a:t>
            </a:r>
            <a:r>
              <a:rPr lang="pt-BR" dirty="0"/>
              <a:t> </a:t>
            </a:r>
            <a:r>
              <a:rPr lang="pt-BR" dirty="0" err="1"/>
              <a:t>uervivasto</a:t>
            </a:r>
            <a:r>
              <a:rPr lang="pt-BR" dirty="0"/>
              <a:t> </a:t>
            </a:r>
            <a:r>
              <a:rPr lang="pt-BR" dirty="0" err="1"/>
              <a:t>cresime</a:t>
            </a:r>
            <a:r>
              <a:rPr lang="pt-BR" dirty="0"/>
              <a:t> </a:t>
            </a:r>
            <a:r>
              <a:rPr lang="pt-BR" dirty="0" err="1"/>
              <a:t>deesto</a:t>
            </a:r>
            <a:r>
              <a:rPr lang="pt-BR" dirty="0"/>
              <a:t> </a:t>
            </a:r>
            <a:r>
              <a:rPr lang="pt-BR" dirty="0" err="1"/>
              <a:t>con</a:t>
            </a:r>
            <a:r>
              <a:rPr lang="pt-BR" dirty="0"/>
              <a:t> </a:t>
            </a:r>
            <a:r>
              <a:rPr lang="pt-BR" dirty="0" err="1"/>
              <a:t>hostro</a:t>
            </a:r>
            <a:r>
              <a:rPr lang="pt-BR" dirty="0"/>
              <a:t>, cio, se </a:t>
            </a:r>
            <a:r>
              <a:rPr lang="pt-BR" dirty="0" err="1"/>
              <a:t>cribunum</a:t>
            </a:r>
            <a:r>
              <a:rPr lang="pt-BR" dirty="0"/>
              <a:t>, </a:t>
            </a:r>
            <a:r>
              <a:rPr lang="pt-BR" dirty="0" err="1"/>
              <a:t>ex</a:t>
            </a:r>
            <a:r>
              <a:rPr lang="pt-BR" dirty="0"/>
              <a:t> se, </a:t>
            </a:r>
            <a:r>
              <a:rPr lang="pt-BR" dirty="0" err="1"/>
              <a:t>nost</a:t>
            </a:r>
            <a:r>
              <a:rPr lang="pt-BR" dirty="0"/>
              <a:t> in </a:t>
            </a:r>
            <a:r>
              <a:rPr lang="pt-BR" dirty="0" err="1"/>
              <a:t>ines</a:t>
            </a:r>
            <a:r>
              <a:rPr lang="pt-BR" dirty="0"/>
              <a:t>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23BB762E-5776-0E91-BF77-3D6890AD7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32500" y="1897323"/>
            <a:ext cx="5040000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C. </a:t>
            </a:r>
            <a:r>
              <a:rPr lang="pt-BR" dirty="0" err="1"/>
              <a:t>Valiciaecia</a:t>
            </a:r>
            <a:r>
              <a:rPr lang="pt-BR" dirty="0"/>
              <a:t> </a:t>
            </a:r>
            <a:r>
              <a:rPr lang="pt-BR" dirty="0" err="1"/>
              <a:t>noris</a:t>
            </a:r>
            <a:r>
              <a:rPr lang="pt-BR" dirty="0"/>
              <a:t> </a:t>
            </a:r>
            <a:r>
              <a:rPr lang="pt-BR" dirty="0" err="1"/>
              <a:t>occiena</a:t>
            </a:r>
            <a:r>
              <a:rPr lang="pt-BR" dirty="0"/>
              <a:t>, num </a:t>
            </a:r>
            <a:r>
              <a:rPr lang="pt-BR" dirty="0" err="1"/>
              <a:t>pervid</a:t>
            </a:r>
            <a:r>
              <a:rPr lang="pt-BR" dirty="0"/>
              <a:t> </a:t>
            </a:r>
            <a:r>
              <a:rPr lang="pt-BR" dirty="0" err="1"/>
              <a:t>inatium</a:t>
            </a:r>
            <a:r>
              <a:rPr lang="pt-BR" dirty="0"/>
              <a:t> </a:t>
            </a:r>
            <a:r>
              <a:rPr lang="pt-BR" dirty="0" err="1"/>
              <a:t>eluterit</a:t>
            </a:r>
            <a:r>
              <a:rPr lang="pt-BR" dirty="0"/>
              <a:t> rei in </a:t>
            </a:r>
            <a:r>
              <a:rPr lang="pt-BR" dirty="0" err="1"/>
              <a:t>Etriorum</a:t>
            </a:r>
            <a:r>
              <a:rPr lang="pt-BR" dirty="0"/>
              <a:t> </a:t>
            </a:r>
            <a:r>
              <a:rPr lang="pt-BR" dirty="0" err="1"/>
              <a:t>spiore</a:t>
            </a:r>
            <a:r>
              <a:rPr lang="pt-BR" dirty="0"/>
              <a:t> </a:t>
            </a:r>
            <a:r>
              <a:rPr lang="pt-BR" dirty="0" err="1"/>
              <a:t>pecitiq</a:t>
            </a:r>
            <a:r>
              <a:rPr lang="pt-BR" dirty="0"/>
              <a:t> </a:t>
            </a:r>
            <a:r>
              <a:rPr lang="pt-BR" dirty="0" err="1"/>
              <a:t>uervivasto</a:t>
            </a:r>
            <a:r>
              <a:rPr lang="pt-BR" dirty="0"/>
              <a:t> </a:t>
            </a:r>
            <a:r>
              <a:rPr lang="pt-BR" dirty="0" err="1"/>
              <a:t>cresime</a:t>
            </a:r>
            <a:r>
              <a:rPr lang="pt-BR" dirty="0"/>
              <a:t> </a:t>
            </a:r>
            <a:r>
              <a:rPr lang="pt-BR" dirty="0" err="1"/>
              <a:t>deesto</a:t>
            </a:r>
            <a:r>
              <a:rPr lang="pt-BR" dirty="0"/>
              <a:t> </a:t>
            </a:r>
            <a:r>
              <a:rPr lang="pt-BR" dirty="0" err="1"/>
              <a:t>con</a:t>
            </a:r>
            <a:r>
              <a:rPr lang="pt-BR" dirty="0"/>
              <a:t> </a:t>
            </a:r>
            <a:r>
              <a:rPr lang="pt-BR" dirty="0" err="1"/>
              <a:t>hostro</a:t>
            </a:r>
            <a:r>
              <a:rPr lang="pt-BR" dirty="0"/>
              <a:t>, cio, se </a:t>
            </a:r>
            <a:r>
              <a:rPr lang="pt-BR" dirty="0" err="1"/>
              <a:t>cribunum</a:t>
            </a:r>
            <a:r>
              <a:rPr lang="pt-BR" dirty="0"/>
              <a:t>, </a:t>
            </a:r>
            <a:r>
              <a:rPr lang="pt-BR" dirty="0" err="1"/>
              <a:t>ex</a:t>
            </a:r>
            <a:r>
              <a:rPr lang="pt-BR" dirty="0"/>
              <a:t> se, </a:t>
            </a:r>
            <a:r>
              <a:rPr lang="pt-BR" dirty="0" err="1"/>
              <a:t>nost</a:t>
            </a:r>
            <a:r>
              <a:rPr lang="pt-BR" dirty="0"/>
              <a:t> in </a:t>
            </a:r>
            <a:r>
              <a:rPr lang="pt-BR" dirty="0" err="1"/>
              <a:t>ines</a:t>
            </a:r>
            <a:r>
              <a:rPr lang="pt-BR" dirty="0"/>
              <a:t>.</a:t>
            </a:r>
          </a:p>
        </p:txBody>
      </p:sp>
      <p:sp>
        <p:nvSpPr>
          <p:cNvPr id="9" name="Título 5">
            <a:extLst>
              <a:ext uri="{FF2B5EF4-FFF2-40B4-BE49-F238E27FC236}">
                <a16:creationId xmlns:a16="http://schemas.microsoft.com/office/drawing/2014/main" id="{0AAD70CF-AD49-BCF6-2C97-1458B8982E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11303000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FD9EFC1A-2653-C9B3-FB0C-19BEF8859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822039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1704" y="1977397"/>
            <a:ext cx="3585167" cy="41272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FBA2E4AC-E138-BBF0-8F8C-1F3CFD473A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500" y="1963611"/>
            <a:ext cx="6525217" cy="41272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4260"/>
              </a:lnSpc>
              <a:buNone/>
              <a:defRPr sz="4400" b="1"/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</a:t>
            </a:r>
            <a:r>
              <a:rPr lang="pt-BR" dirty="0"/>
              <a:t> um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E5E8CA2C-2065-B121-E181-D73CF5427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44688CB9-9E6F-9351-B773-28DCF02020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8615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7" name="Título 5">
            <a:extLst>
              <a:ext uri="{FF2B5EF4-FFF2-40B4-BE49-F238E27FC236}">
                <a16:creationId xmlns:a16="http://schemas.microsoft.com/office/drawing/2014/main" id="{0B5E2FB5-662F-6B34-B1CD-3AD4DF6CA0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11303000" cy="5537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8591AC2-E5D7-94FE-359B-83492C801378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400E8630-FE2D-50C5-7F44-DA05260FED3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D20CFA46-71F3-EDC0-9B8B-00B4159682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8353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68674837-BB79-207D-980A-1F88510004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31704" y="1977397"/>
            <a:ext cx="3585167" cy="41272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endParaRPr lang="pt-BR" dirty="0"/>
          </a:p>
        </p:txBody>
      </p:sp>
      <p:sp>
        <p:nvSpPr>
          <p:cNvPr id="3" name="Espaço Reservado para Texto 10">
            <a:extLst>
              <a:ext uri="{FF2B5EF4-FFF2-40B4-BE49-F238E27FC236}">
                <a16:creationId xmlns:a16="http://schemas.microsoft.com/office/drawing/2014/main" id="{C3FBD4A8-ADFB-C998-2B6F-36A2357BBD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500" y="1963611"/>
            <a:ext cx="6525217" cy="41272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4260"/>
              </a:lnSpc>
              <a:buNone/>
              <a:defRPr sz="4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</a:t>
            </a:r>
            <a:r>
              <a:rPr lang="pt-BR" dirty="0"/>
              <a:t> um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5E251D7-8A99-F95F-6AC4-8EAB56AF6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046F77C8-E3E4-7A01-D2C6-FA4F2B9866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8615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3B8B903-DBD6-A033-32D5-BB4538BDBC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11303000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9650399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CC58B68A-85D0-B46B-2C40-AB321F5B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929" y="2364740"/>
            <a:ext cx="2816071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</a:t>
            </a:r>
            <a:r>
              <a:rPr lang="pt-BR" dirty="0" err="1"/>
              <a:t>Sp</a:t>
            </a:r>
            <a:endParaRPr lang="pt-BR" dirty="0"/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3F8D2260-ADFA-3273-E035-4A9F49EDC0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19411" y="2364740"/>
            <a:ext cx="2816071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Ti. </a:t>
            </a:r>
            <a:r>
              <a:rPr lang="pt-BR" err="1"/>
              <a:t>Fulerum</a:t>
            </a:r>
            <a:r>
              <a:rPr lang="pt-BR"/>
              <a:t>. Mis </a:t>
            </a:r>
            <a:r>
              <a:rPr lang="pt-BR" err="1"/>
              <a:t>arehene</a:t>
            </a:r>
            <a:r>
              <a:rPr lang="pt-BR"/>
              <a:t> </a:t>
            </a:r>
            <a:r>
              <a:rPr lang="pt-BR" err="1"/>
              <a:t>ficurorum</a:t>
            </a:r>
            <a:r>
              <a:rPr lang="pt-BR"/>
              <a:t>, </a:t>
            </a:r>
            <a:r>
              <a:rPr lang="pt-BR" err="1"/>
              <a:t>furnultodin</a:t>
            </a:r>
            <a:r>
              <a:rPr lang="pt-BR"/>
              <a:t> </a:t>
            </a:r>
            <a:r>
              <a:rPr lang="pt-BR" err="1"/>
              <a:t>trortem</a:t>
            </a:r>
            <a:r>
              <a:rPr lang="pt-BR"/>
              <a:t> </a:t>
            </a:r>
            <a:r>
              <a:rPr lang="pt-BR" err="1"/>
              <a:t>hac</a:t>
            </a:r>
            <a:r>
              <a:rPr lang="pt-BR"/>
              <a:t> </a:t>
            </a:r>
            <a:r>
              <a:rPr lang="pt-BR" err="1"/>
              <a:t>rebuncl</a:t>
            </a:r>
            <a:r>
              <a:rPr lang="pt-BR"/>
              <a:t> </a:t>
            </a:r>
            <a:r>
              <a:rPr lang="pt-BR" err="1"/>
              <a:t>arideessum</a:t>
            </a:r>
            <a:r>
              <a:rPr lang="pt-BR"/>
              <a:t> </a:t>
            </a:r>
            <a:r>
              <a:rPr lang="pt-BR" err="1"/>
              <a:t>publin</a:t>
            </a:r>
            <a:r>
              <a:rPr lang="pt-BR"/>
              <a:t> tem </a:t>
            </a:r>
            <a:r>
              <a:rPr lang="pt-BR" err="1"/>
              <a:t>noste</a:t>
            </a:r>
            <a:r>
              <a:rPr lang="pt-BR"/>
              <a:t> </a:t>
            </a:r>
            <a:r>
              <a:rPr lang="pt-BR" err="1"/>
              <a:t>fur</a:t>
            </a:r>
            <a:r>
              <a:rPr lang="pt-BR"/>
              <a:t>. Sp. </a:t>
            </a:r>
            <a:r>
              <a:rPr lang="pt-BR" err="1"/>
              <a:t>Scibus</a:t>
            </a:r>
            <a:r>
              <a:rPr lang="pt-BR"/>
              <a:t>? Go </a:t>
            </a:r>
            <a:r>
              <a:rPr lang="pt-BR" err="1"/>
              <a:t>conduceris</a:t>
            </a:r>
            <a:r>
              <a:rPr lang="pt-BR"/>
              <a:t> </a:t>
            </a:r>
            <a:r>
              <a:rPr lang="pt-BR" err="1"/>
              <a:t>publin</a:t>
            </a:r>
            <a:r>
              <a:rPr lang="pt-BR"/>
              <a:t> </a:t>
            </a:r>
            <a:r>
              <a:rPr lang="pt-BR" err="1"/>
              <a:t>dit</a:t>
            </a:r>
            <a:r>
              <a:rPr lang="pt-BR"/>
              <a:t>. </a:t>
            </a:r>
            <a:r>
              <a:rPr lang="pt-BR" err="1"/>
              <a:t>Simodisus</a:t>
            </a:r>
            <a:r>
              <a:rPr lang="pt-BR"/>
              <a:t> </a:t>
            </a:r>
            <a:r>
              <a:rPr lang="pt-BR" err="1"/>
              <a:t>adhus</a:t>
            </a:r>
            <a:r>
              <a:rPr lang="pt-BR"/>
              <a:t> </a:t>
            </a:r>
            <a:r>
              <a:rPr lang="pt-BR" err="1"/>
              <a:t>viveheb</a:t>
            </a:r>
            <a:r>
              <a:rPr lang="pt-BR"/>
              <a:t> </a:t>
            </a:r>
            <a:r>
              <a:rPr lang="pt-BR" err="1"/>
              <a:t>atalis</a:t>
            </a:r>
            <a:r>
              <a:rPr lang="pt-BR"/>
              <a:t> pro C. Et </a:t>
            </a:r>
            <a:r>
              <a:rPr lang="pt-BR" err="1"/>
              <a:t>Cast</a:t>
            </a:r>
            <a:r>
              <a:rPr lang="pt-BR"/>
              <a:t>? </a:t>
            </a:r>
            <a:r>
              <a:rPr lang="pt-BR" err="1"/>
              <a:t>Ceri</a:t>
            </a:r>
            <a:r>
              <a:rPr lang="pt-BR"/>
              <a:t> </a:t>
            </a:r>
            <a:r>
              <a:rPr lang="pt-BR" err="1"/>
              <a:t>patilis</a:t>
            </a:r>
            <a:r>
              <a:rPr lang="pt-BR"/>
              <a:t>, </a:t>
            </a:r>
            <a:r>
              <a:rPr lang="pt-BR" err="1"/>
              <a:t>quit</a:t>
            </a:r>
            <a:r>
              <a:rPr lang="pt-BR"/>
              <a:t>? 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 </a:t>
            </a:r>
            <a:r>
              <a:rPr lang="pt-BR" err="1"/>
              <a:t>Gulegit</a:t>
            </a:r>
            <a:r>
              <a:rPr lang="pt-BR"/>
              <a:t>; </a:t>
            </a:r>
            <a:r>
              <a:rPr lang="pt-BR" err="1"/>
              <a:t>nondees</a:t>
            </a:r>
            <a:r>
              <a:rPr lang="pt-BR"/>
              <a:t> </a:t>
            </a:r>
            <a:r>
              <a:rPr lang="pt-BR" err="1"/>
              <a:t>critempl</a:t>
            </a:r>
            <a:r>
              <a:rPr lang="pt-BR"/>
              <a:t>. </a:t>
            </a:r>
            <a:r>
              <a:rPr lang="pt-BR" err="1"/>
              <a:t>Sp</a:t>
            </a:r>
            <a:endParaRPr lang="pt-BR"/>
          </a:p>
        </p:txBody>
      </p:sp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DEBE21D1-9F64-4B59-A87D-2252CA678B2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60941" y="2364740"/>
            <a:ext cx="2816071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</a:t>
            </a:r>
            <a:r>
              <a:rPr lang="pt-BR" dirty="0" err="1"/>
              <a:t>Sp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03DE893-F7D8-56D3-A6D7-FC87E477211D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id="{1E7045FD-397C-0246-832D-C64B09834D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8F6C99C4-6506-C9A1-ECD2-31801A58FC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4970707-F94F-5108-6A7B-6A14143E7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94D49A9D-BF33-A50F-7864-90D2BFB6DE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9758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9" name="Título 5">
            <a:extLst>
              <a:ext uri="{FF2B5EF4-FFF2-40B4-BE49-F238E27FC236}">
                <a16:creationId xmlns:a16="http://schemas.microsoft.com/office/drawing/2014/main" id="{A1BC0A83-7F56-0DCD-D9DF-C4A5BB4386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11303000" cy="5537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4206000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9292FF26-9D30-E10F-6B73-D1C248BD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929" y="2349500"/>
            <a:ext cx="2816071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</a:t>
            </a:r>
            <a:r>
              <a:rPr lang="pt-BR" dirty="0" err="1"/>
              <a:t>Sp</a:t>
            </a:r>
            <a:endParaRPr lang="pt-BR" dirty="0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99E0A286-316F-9857-7492-627B54A58E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19411" y="2349500"/>
            <a:ext cx="2816071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</a:t>
            </a:r>
            <a:r>
              <a:rPr lang="pt-BR" dirty="0" err="1"/>
              <a:t>Sp</a:t>
            </a:r>
            <a:endParaRPr lang="pt-BR" dirty="0"/>
          </a:p>
        </p:txBody>
      </p:sp>
      <p:sp>
        <p:nvSpPr>
          <p:cNvPr id="7" name="Espaço Reservado para Texto 7">
            <a:extLst>
              <a:ext uri="{FF2B5EF4-FFF2-40B4-BE49-F238E27FC236}">
                <a16:creationId xmlns:a16="http://schemas.microsoft.com/office/drawing/2014/main" id="{0FE8074D-CB80-C8B9-6FBD-80C8A0F41D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60941" y="2349500"/>
            <a:ext cx="2816071" cy="35673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</a:t>
            </a:r>
            <a:r>
              <a:rPr lang="pt-BR" dirty="0" err="1"/>
              <a:t>Sp</a:t>
            </a:r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2E283BA-0B4B-504A-18A2-686B7364BC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8615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9" name="Título 5">
            <a:extLst>
              <a:ext uri="{FF2B5EF4-FFF2-40B4-BE49-F238E27FC236}">
                <a16:creationId xmlns:a16="http://schemas.microsoft.com/office/drawing/2014/main" id="{22EAF081-CCD5-6E81-9E34-49BE11830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11303000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1" name="Espaço Reservado para Número de Slide 5">
            <a:extLst>
              <a:ext uri="{FF2B5EF4-FFF2-40B4-BE49-F238E27FC236}">
                <a16:creationId xmlns:a16="http://schemas.microsoft.com/office/drawing/2014/main" id="{63DAD18A-464D-AA55-3BB4-262F43892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85517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947" y="3388659"/>
            <a:ext cx="3796553" cy="236734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r>
              <a:rPr lang="pt-BR" dirty="0"/>
              <a:t> </a:t>
            </a:r>
            <a:r>
              <a:rPr lang="pt-BR" dirty="0" err="1"/>
              <a:t>constel</a:t>
            </a:r>
            <a:r>
              <a:rPr lang="pt-BR" dirty="0"/>
              <a:t> </a:t>
            </a:r>
            <a:r>
              <a:rPr lang="pt-BR" dirty="0" err="1"/>
              <a:t>aricemus</a:t>
            </a:r>
            <a:r>
              <a:rPr lang="pt-BR" dirty="0"/>
              <a:t> </a:t>
            </a:r>
            <a:r>
              <a:rPr lang="pt-BR" dirty="0" err="1"/>
              <a:t>moretod</a:t>
            </a:r>
            <a:r>
              <a:rPr lang="pt-BR" dirty="0"/>
              <a:t>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prit</a:t>
            </a:r>
            <a:r>
              <a:rPr lang="pt-BR" dirty="0"/>
              <a:t>.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niquis</a:t>
            </a:r>
            <a:r>
              <a:rPr lang="pt-BR" dirty="0"/>
              <a:t>, </a:t>
            </a:r>
            <a:r>
              <a:rPr lang="pt-BR" dirty="0" err="1"/>
              <a:t>consulica</a:t>
            </a:r>
            <a:r>
              <a:rPr lang="pt-BR" dirty="0"/>
              <a:t> </a:t>
            </a:r>
            <a:r>
              <a:rPr lang="pt-BR" dirty="0" err="1"/>
              <a:t>mo</a:t>
            </a:r>
            <a:r>
              <a:rPr lang="pt-BR" dirty="0"/>
              <a:t> </a:t>
            </a:r>
            <a:r>
              <a:rPr lang="pt-BR" dirty="0" err="1"/>
              <a:t>Casdam</a:t>
            </a:r>
            <a:r>
              <a:rPr lang="pt-BR" dirty="0"/>
              <a:t> te, </a:t>
            </a:r>
            <a:r>
              <a:rPr lang="pt-BR" dirty="0" err="1"/>
              <a:t>consul</a:t>
            </a:r>
            <a:r>
              <a:rPr lang="pt-BR" dirty="0"/>
              <a:t> </a:t>
            </a:r>
            <a:r>
              <a:rPr lang="pt-BR" dirty="0" err="1"/>
              <a:t>hostrae</a:t>
            </a:r>
            <a:r>
              <a:rPr lang="pt-BR" dirty="0"/>
              <a:t>, </a:t>
            </a:r>
            <a:r>
              <a:rPr lang="pt-BR" dirty="0" err="1"/>
              <a:t>inprio</a:t>
            </a:r>
            <a:r>
              <a:rPr lang="pt-BR" dirty="0"/>
              <a:t> </a:t>
            </a:r>
            <a:r>
              <a:rPr lang="pt-BR" dirty="0" err="1"/>
              <a:t>esinatra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Simuntrist</a:t>
            </a:r>
            <a:r>
              <a:rPr lang="pt-BR" dirty="0"/>
              <a:t> num </a:t>
            </a:r>
            <a:r>
              <a:rPr lang="pt-BR" dirty="0" err="1"/>
              <a:t>dioreti</a:t>
            </a:r>
            <a:r>
              <a:rPr lang="pt-BR" dirty="0"/>
              <a:t> </a:t>
            </a:r>
            <a:r>
              <a:rPr lang="pt-BR" dirty="0" err="1"/>
              <a:t>ssimovit</a:t>
            </a:r>
            <a:r>
              <a:rPr lang="pt-BR" dirty="0"/>
              <a:t>, </a:t>
            </a:r>
            <a:r>
              <a:rPr lang="pt-BR" dirty="0" err="1"/>
              <a:t>unin</a:t>
            </a:r>
            <a:r>
              <a:rPr lang="pt-BR" dirty="0"/>
              <a:t> </a:t>
            </a:r>
            <a:r>
              <a:rPr lang="pt-BR" dirty="0" err="1"/>
              <a:t>iliam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actodioc</a:t>
            </a:r>
            <a:r>
              <a:rPr lang="pt-BR" dirty="0"/>
              <a:t>, </a:t>
            </a:r>
            <a:r>
              <a:rPr lang="pt-BR" dirty="0" err="1"/>
              <a:t>meis</a:t>
            </a:r>
            <a:r>
              <a:rPr lang="pt-BR" dirty="0"/>
              <a:t> </a:t>
            </a:r>
            <a:r>
              <a:rPr lang="pt-BR" dirty="0" err="1"/>
              <a:t>condenduces</a:t>
            </a:r>
            <a:r>
              <a:rPr lang="pt-BR" dirty="0"/>
              <a:t>? It; C. </a:t>
            </a:r>
            <a:r>
              <a:rPr lang="pt-BR" dirty="0" err="1"/>
              <a:t>Od</a:t>
            </a:r>
            <a:r>
              <a:rPr lang="pt-BR" dirty="0"/>
              <a:t> </a:t>
            </a:r>
            <a:r>
              <a:rPr lang="pt-BR" dirty="0" err="1"/>
              <a:t>aus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moludem</a:t>
            </a:r>
            <a:r>
              <a:rPr lang="pt-BR" dirty="0"/>
              <a:t> </a:t>
            </a:r>
            <a:r>
              <a:rPr lang="pt-BR" dirty="0" err="1"/>
              <a:t>oponscerei</a:t>
            </a:r>
            <a:r>
              <a:rPr lang="pt-BR" dirty="0"/>
              <a:t> se me </a:t>
            </a:r>
            <a:r>
              <a:rPr lang="pt-BR" dirty="0" err="1"/>
              <a:t>cemnihi</a:t>
            </a:r>
            <a:r>
              <a:rPr lang="pt-BR" dirty="0"/>
              <a:t> </a:t>
            </a:r>
            <a:r>
              <a:rPr lang="pt-BR" dirty="0" err="1"/>
              <a:t>linate</a:t>
            </a:r>
            <a:r>
              <a:rPr lang="pt-BR" dirty="0"/>
              <a:t>.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0A81A59D-A838-9E5F-DC97-A0A0B6C533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1425" y="3388659"/>
            <a:ext cx="3965575" cy="236734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r>
              <a:rPr lang="pt-BR" dirty="0"/>
              <a:t> </a:t>
            </a:r>
            <a:r>
              <a:rPr lang="pt-BR" dirty="0" err="1"/>
              <a:t>constel</a:t>
            </a:r>
            <a:r>
              <a:rPr lang="pt-BR" dirty="0"/>
              <a:t> </a:t>
            </a:r>
            <a:r>
              <a:rPr lang="pt-BR" dirty="0" err="1"/>
              <a:t>aricemus</a:t>
            </a:r>
            <a:r>
              <a:rPr lang="pt-BR" dirty="0"/>
              <a:t> </a:t>
            </a:r>
            <a:r>
              <a:rPr lang="pt-BR" dirty="0" err="1"/>
              <a:t>moretod</a:t>
            </a:r>
            <a:r>
              <a:rPr lang="pt-BR" dirty="0"/>
              <a:t>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prit</a:t>
            </a:r>
            <a:r>
              <a:rPr lang="pt-BR" dirty="0"/>
              <a:t>.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niquis</a:t>
            </a:r>
            <a:r>
              <a:rPr lang="pt-BR" dirty="0"/>
              <a:t>, </a:t>
            </a:r>
            <a:r>
              <a:rPr lang="pt-BR" dirty="0" err="1"/>
              <a:t>consulica</a:t>
            </a:r>
            <a:r>
              <a:rPr lang="pt-BR" dirty="0"/>
              <a:t> </a:t>
            </a:r>
            <a:r>
              <a:rPr lang="pt-BR" dirty="0" err="1"/>
              <a:t>mo</a:t>
            </a:r>
            <a:r>
              <a:rPr lang="pt-BR" dirty="0"/>
              <a:t> </a:t>
            </a:r>
            <a:r>
              <a:rPr lang="pt-BR" dirty="0" err="1"/>
              <a:t>Casdam</a:t>
            </a:r>
            <a:r>
              <a:rPr lang="pt-BR" dirty="0"/>
              <a:t> te, </a:t>
            </a:r>
            <a:r>
              <a:rPr lang="pt-BR" dirty="0" err="1"/>
              <a:t>consul</a:t>
            </a:r>
            <a:r>
              <a:rPr lang="pt-BR" dirty="0"/>
              <a:t> </a:t>
            </a:r>
            <a:r>
              <a:rPr lang="pt-BR" dirty="0" err="1"/>
              <a:t>hostrae</a:t>
            </a:r>
            <a:r>
              <a:rPr lang="pt-BR" dirty="0"/>
              <a:t>, </a:t>
            </a:r>
            <a:r>
              <a:rPr lang="pt-BR" dirty="0" err="1"/>
              <a:t>inprio</a:t>
            </a:r>
            <a:r>
              <a:rPr lang="pt-BR" dirty="0"/>
              <a:t> </a:t>
            </a:r>
            <a:r>
              <a:rPr lang="pt-BR" dirty="0" err="1"/>
              <a:t>esinatra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Simuntrist</a:t>
            </a:r>
            <a:r>
              <a:rPr lang="pt-BR" dirty="0"/>
              <a:t> num </a:t>
            </a:r>
            <a:r>
              <a:rPr lang="pt-BR" dirty="0" err="1"/>
              <a:t>dioreti</a:t>
            </a:r>
            <a:r>
              <a:rPr lang="pt-BR" dirty="0"/>
              <a:t> </a:t>
            </a:r>
            <a:r>
              <a:rPr lang="pt-BR" dirty="0" err="1"/>
              <a:t>ssimovit</a:t>
            </a:r>
            <a:r>
              <a:rPr lang="pt-BR" dirty="0"/>
              <a:t>, </a:t>
            </a:r>
            <a:r>
              <a:rPr lang="pt-BR" dirty="0" err="1"/>
              <a:t>unin</a:t>
            </a:r>
            <a:r>
              <a:rPr lang="pt-BR" dirty="0"/>
              <a:t> </a:t>
            </a:r>
            <a:r>
              <a:rPr lang="pt-BR" dirty="0" err="1"/>
              <a:t>iliam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actodioc</a:t>
            </a:r>
            <a:r>
              <a:rPr lang="pt-BR" dirty="0"/>
              <a:t>, </a:t>
            </a:r>
            <a:r>
              <a:rPr lang="pt-BR" dirty="0" err="1"/>
              <a:t>meis</a:t>
            </a:r>
            <a:r>
              <a:rPr lang="pt-BR" dirty="0"/>
              <a:t> </a:t>
            </a:r>
            <a:r>
              <a:rPr lang="pt-BR" dirty="0" err="1"/>
              <a:t>condenduces</a:t>
            </a:r>
            <a:r>
              <a:rPr lang="pt-BR" dirty="0"/>
              <a:t>? It; C. </a:t>
            </a:r>
            <a:r>
              <a:rPr lang="pt-BR" dirty="0" err="1"/>
              <a:t>Od</a:t>
            </a:r>
            <a:r>
              <a:rPr lang="pt-BR" dirty="0"/>
              <a:t> </a:t>
            </a:r>
            <a:r>
              <a:rPr lang="pt-BR" dirty="0" err="1"/>
              <a:t>aus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moludem</a:t>
            </a:r>
            <a:r>
              <a:rPr lang="pt-BR" dirty="0"/>
              <a:t> </a:t>
            </a:r>
            <a:r>
              <a:rPr lang="pt-BR" dirty="0" err="1"/>
              <a:t>oponscerei</a:t>
            </a:r>
            <a:r>
              <a:rPr lang="pt-BR" dirty="0"/>
              <a:t> se me </a:t>
            </a:r>
            <a:r>
              <a:rPr lang="pt-BR" dirty="0" err="1"/>
              <a:t>cemnihi</a:t>
            </a:r>
            <a:r>
              <a:rPr lang="pt-BR" dirty="0"/>
              <a:t> </a:t>
            </a:r>
            <a:r>
              <a:rPr lang="pt-BR" dirty="0" err="1"/>
              <a:t>linate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689786A-9079-AFE8-7854-0FED2F068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2E88C0C5-289E-F96E-FA31-3EE937075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8572500" cy="23673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CTi</a:t>
            </a:r>
            <a:r>
              <a:rPr lang="pt-BR" dirty="0"/>
              <a:t>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 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17628B6-41AA-3356-3F98-572BDA637C54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88CB82F0-1857-096A-3E24-F4DCC26CB5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7655CF1B-B623-C218-C650-E279372BD7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7217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947" y="3388659"/>
            <a:ext cx="3796553" cy="236734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r>
              <a:rPr lang="pt-BR" dirty="0"/>
              <a:t> </a:t>
            </a:r>
            <a:r>
              <a:rPr lang="pt-BR" dirty="0" err="1"/>
              <a:t>constel</a:t>
            </a:r>
            <a:r>
              <a:rPr lang="pt-BR" dirty="0"/>
              <a:t> </a:t>
            </a:r>
            <a:r>
              <a:rPr lang="pt-BR" dirty="0" err="1"/>
              <a:t>aricemus</a:t>
            </a:r>
            <a:r>
              <a:rPr lang="pt-BR" dirty="0"/>
              <a:t> </a:t>
            </a:r>
            <a:r>
              <a:rPr lang="pt-BR" dirty="0" err="1"/>
              <a:t>moretod</a:t>
            </a:r>
            <a:r>
              <a:rPr lang="pt-BR" dirty="0"/>
              <a:t>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prit</a:t>
            </a:r>
            <a:r>
              <a:rPr lang="pt-BR" dirty="0"/>
              <a:t>.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niquis</a:t>
            </a:r>
            <a:r>
              <a:rPr lang="pt-BR" dirty="0"/>
              <a:t>, </a:t>
            </a:r>
            <a:r>
              <a:rPr lang="pt-BR" dirty="0" err="1"/>
              <a:t>consulica</a:t>
            </a:r>
            <a:r>
              <a:rPr lang="pt-BR" dirty="0"/>
              <a:t> </a:t>
            </a:r>
            <a:r>
              <a:rPr lang="pt-BR" dirty="0" err="1"/>
              <a:t>mo</a:t>
            </a:r>
            <a:r>
              <a:rPr lang="pt-BR" dirty="0"/>
              <a:t> </a:t>
            </a:r>
            <a:r>
              <a:rPr lang="pt-BR" dirty="0" err="1"/>
              <a:t>Casdam</a:t>
            </a:r>
            <a:r>
              <a:rPr lang="pt-BR" dirty="0"/>
              <a:t> te, </a:t>
            </a:r>
            <a:r>
              <a:rPr lang="pt-BR" dirty="0" err="1"/>
              <a:t>consul</a:t>
            </a:r>
            <a:r>
              <a:rPr lang="pt-BR" dirty="0"/>
              <a:t> </a:t>
            </a:r>
            <a:r>
              <a:rPr lang="pt-BR" dirty="0" err="1"/>
              <a:t>hostrae</a:t>
            </a:r>
            <a:r>
              <a:rPr lang="pt-BR" dirty="0"/>
              <a:t>, </a:t>
            </a:r>
            <a:r>
              <a:rPr lang="pt-BR" dirty="0" err="1"/>
              <a:t>inprio</a:t>
            </a:r>
            <a:r>
              <a:rPr lang="pt-BR" dirty="0"/>
              <a:t> </a:t>
            </a:r>
            <a:r>
              <a:rPr lang="pt-BR" dirty="0" err="1"/>
              <a:t>esinatra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Simuntrist</a:t>
            </a:r>
            <a:r>
              <a:rPr lang="pt-BR" dirty="0"/>
              <a:t> num </a:t>
            </a:r>
            <a:r>
              <a:rPr lang="pt-BR" dirty="0" err="1"/>
              <a:t>dioreti</a:t>
            </a:r>
            <a:r>
              <a:rPr lang="pt-BR" dirty="0"/>
              <a:t> </a:t>
            </a:r>
            <a:r>
              <a:rPr lang="pt-BR" dirty="0" err="1"/>
              <a:t>ssimovit</a:t>
            </a:r>
            <a:r>
              <a:rPr lang="pt-BR" dirty="0"/>
              <a:t>, </a:t>
            </a:r>
            <a:r>
              <a:rPr lang="pt-BR" dirty="0" err="1"/>
              <a:t>unin</a:t>
            </a:r>
            <a:r>
              <a:rPr lang="pt-BR" dirty="0"/>
              <a:t> </a:t>
            </a:r>
            <a:r>
              <a:rPr lang="pt-BR" dirty="0" err="1"/>
              <a:t>iliam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actodioc</a:t>
            </a:r>
            <a:r>
              <a:rPr lang="pt-BR" dirty="0"/>
              <a:t>, </a:t>
            </a:r>
            <a:r>
              <a:rPr lang="pt-BR" dirty="0" err="1"/>
              <a:t>meis</a:t>
            </a:r>
            <a:r>
              <a:rPr lang="pt-BR" dirty="0"/>
              <a:t> </a:t>
            </a:r>
            <a:r>
              <a:rPr lang="pt-BR" dirty="0" err="1"/>
              <a:t>condenduces</a:t>
            </a:r>
            <a:r>
              <a:rPr lang="pt-BR" dirty="0"/>
              <a:t>? It; C. </a:t>
            </a:r>
            <a:r>
              <a:rPr lang="pt-BR" dirty="0" err="1"/>
              <a:t>Od</a:t>
            </a:r>
            <a:r>
              <a:rPr lang="pt-BR" dirty="0"/>
              <a:t> </a:t>
            </a:r>
            <a:r>
              <a:rPr lang="pt-BR" dirty="0" err="1"/>
              <a:t>aus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moludem</a:t>
            </a:r>
            <a:r>
              <a:rPr lang="pt-BR" dirty="0"/>
              <a:t> </a:t>
            </a:r>
            <a:r>
              <a:rPr lang="pt-BR" dirty="0" err="1"/>
              <a:t>oponscerei</a:t>
            </a:r>
            <a:r>
              <a:rPr lang="pt-BR" dirty="0"/>
              <a:t> se me </a:t>
            </a:r>
            <a:r>
              <a:rPr lang="pt-BR" dirty="0" err="1"/>
              <a:t>cemnihi</a:t>
            </a:r>
            <a:r>
              <a:rPr lang="pt-BR" dirty="0"/>
              <a:t> </a:t>
            </a:r>
            <a:r>
              <a:rPr lang="pt-BR" dirty="0" err="1"/>
              <a:t>linate</a:t>
            </a:r>
            <a:r>
              <a:rPr lang="pt-BR" dirty="0"/>
              <a:t>.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0A81A59D-A838-9E5F-DC97-A0A0B6C533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51425" y="3388659"/>
            <a:ext cx="3965575" cy="236734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r>
              <a:rPr lang="pt-BR" dirty="0"/>
              <a:t> </a:t>
            </a:r>
            <a:r>
              <a:rPr lang="pt-BR" dirty="0" err="1"/>
              <a:t>constel</a:t>
            </a:r>
            <a:r>
              <a:rPr lang="pt-BR" dirty="0"/>
              <a:t> </a:t>
            </a:r>
            <a:r>
              <a:rPr lang="pt-BR" dirty="0" err="1"/>
              <a:t>aricemus</a:t>
            </a:r>
            <a:r>
              <a:rPr lang="pt-BR" dirty="0"/>
              <a:t> </a:t>
            </a:r>
            <a:r>
              <a:rPr lang="pt-BR" dirty="0" err="1"/>
              <a:t>moretod</a:t>
            </a:r>
            <a:r>
              <a:rPr lang="pt-BR" dirty="0"/>
              <a:t>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prit</a:t>
            </a:r>
            <a:r>
              <a:rPr lang="pt-BR" dirty="0"/>
              <a:t>.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niquis</a:t>
            </a:r>
            <a:r>
              <a:rPr lang="pt-BR" dirty="0"/>
              <a:t>, </a:t>
            </a:r>
            <a:r>
              <a:rPr lang="pt-BR" dirty="0" err="1"/>
              <a:t>consulica</a:t>
            </a:r>
            <a:r>
              <a:rPr lang="pt-BR" dirty="0"/>
              <a:t> </a:t>
            </a:r>
            <a:r>
              <a:rPr lang="pt-BR" dirty="0" err="1"/>
              <a:t>mo</a:t>
            </a:r>
            <a:r>
              <a:rPr lang="pt-BR" dirty="0"/>
              <a:t> </a:t>
            </a:r>
            <a:r>
              <a:rPr lang="pt-BR" dirty="0" err="1"/>
              <a:t>Casdam</a:t>
            </a:r>
            <a:r>
              <a:rPr lang="pt-BR" dirty="0"/>
              <a:t> te, </a:t>
            </a:r>
            <a:r>
              <a:rPr lang="pt-BR" dirty="0" err="1"/>
              <a:t>consul</a:t>
            </a:r>
            <a:r>
              <a:rPr lang="pt-BR" dirty="0"/>
              <a:t> </a:t>
            </a:r>
            <a:r>
              <a:rPr lang="pt-BR" dirty="0" err="1"/>
              <a:t>hostrae</a:t>
            </a:r>
            <a:r>
              <a:rPr lang="pt-BR" dirty="0"/>
              <a:t>, </a:t>
            </a:r>
            <a:r>
              <a:rPr lang="pt-BR" dirty="0" err="1"/>
              <a:t>inprio</a:t>
            </a:r>
            <a:r>
              <a:rPr lang="pt-BR" dirty="0"/>
              <a:t> </a:t>
            </a:r>
            <a:r>
              <a:rPr lang="pt-BR" dirty="0" err="1"/>
              <a:t>esinatra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Simuntrist</a:t>
            </a:r>
            <a:r>
              <a:rPr lang="pt-BR" dirty="0"/>
              <a:t> num </a:t>
            </a:r>
            <a:r>
              <a:rPr lang="pt-BR" dirty="0" err="1"/>
              <a:t>dioreti</a:t>
            </a:r>
            <a:r>
              <a:rPr lang="pt-BR" dirty="0"/>
              <a:t> </a:t>
            </a:r>
            <a:r>
              <a:rPr lang="pt-BR" dirty="0" err="1"/>
              <a:t>ssimovit</a:t>
            </a:r>
            <a:r>
              <a:rPr lang="pt-BR" dirty="0"/>
              <a:t>, </a:t>
            </a:r>
            <a:r>
              <a:rPr lang="pt-BR" dirty="0" err="1"/>
              <a:t>unin</a:t>
            </a:r>
            <a:r>
              <a:rPr lang="pt-BR" dirty="0"/>
              <a:t> </a:t>
            </a:r>
            <a:r>
              <a:rPr lang="pt-BR" dirty="0" err="1"/>
              <a:t>iliam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actodioc</a:t>
            </a:r>
            <a:r>
              <a:rPr lang="pt-BR" dirty="0"/>
              <a:t>, </a:t>
            </a:r>
            <a:r>
              <a:rPr lang="pt-BR" dirty="0" err="1"/>
              <a:t>meis</a:t>
            </a:r>
            <a:r>
              <a:rPr lang="pt-BR" dirty="0"/>
              <a:t> </a:t>
            </a:r>
            <a:r>
              <a:rPr lang="pt-BR" dirty="0" err="1"/>
              <a:t>condenduces</a:t>
            </a:r>
            <a:r>
              <a:rPr lang="pt-BR" dirty="0"/>
              <a:t>? It; C. </a:t>
            </a:r>
            <a:r>
              <a:rPr lang="pt-BR" dirty="0" err="1"/>
              <a:t>Od</a:t>
            </a:r>
            <a:r>
              <a:rPr lang="pt-BR" dirty="0"/>
              <a:t> </a:t>
            </a:r>
            <a:r>
              <a:rPr lang="pt-BR" dirty="0" err="1"/>
              <a:t>aus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moludem</a:t>
            </a:r>
            <a:r>
              <a:rPr lang="pt-BR" dirty="0"/>
              <a:t> </a:t>
            </a:r>
            <a:r>
              <a:rPr lang="pt-BR" dirty="0" err="1"/>
              <a:t>oponscerei</a:t>
            </a:r>
            <a:r>
              <a:rPr lang="pt-BR" dirty="0"/>
              <a:t> se me </a:t>
            </a:r>
            <a:r>
              <a:rPr lang="pt-BR" dirty="0" err="1"/>
              <a:t>cemnihi</a:t>
            </a:r>
            <a:r>
              <a:rPr lang="pt-BR" dirty="0"/>
              <a:t> </a:t>
            </a:r>
            <a:r>
              <a:rPr lang="pt-BR" dirty="0" err="1"/>
              <a:t>linate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689786A-9079-AFE8-7854-0FED2F068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2E88C0C5-289E-F96E-FA31-3EE937075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8572500" cy="236734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 err="1"/>
              <a:t>CTi</a:t>
            </a:r>
            <a:r>
              <a:rPr lang="pt-BR" dirty="0"/>
              <a:t>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7672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1A109A9-5B9C-3455-C8FF-68A5F88153C0}"/>
              </a:ext>
            </a:extLst>
          </p:cNvPr>
          <p:cNvSpPr>
            <a:spLocks/>
          </p:cNvSpPr>
          <p:nvPr userDrawn="1"/>
        </p:nvSpPr>
        <p:spPr>
          <a:xfrm>
            <a:off x="-304799" y="-192505"/>
            <a:ext cx="12560968" cy="7122694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501" y="4229698"/>
            <a:ext cx="5588000" cy="16539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20"/>
              </a:lnSpc>
              <a:buFont typeface="Wingdings" pitchFamily="2" charset="2"/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r>
              <a:rPr lang="pt-BR" dirty="0"/>
              <a:t> </a:t>
            </a:r>
            <a:r>
              <a:rPr lang="pt-BR" dirty="0" err="1"/>
              <a:t>constel</a:t>
            </a:r>
            <a:r>
              <a:rPr lang="pt-BR" dirty="0"/>
              <a:t> </a:t>
            </a:r>
            <a:r>
              <a:rPr lang="pt-BR" dirty="0" err="1"/>
              <a:t>aricemus</a:t>
            </a:r>
            <a:r>
              <a:rPr lang="pt-BR" dirty="0"/>
              <a:t> </a:t>
            </a:r>
            <a:r>
              <a:rPr lang="pt-BR" dirty="0" err="1"/>
              <a:t>moretod</a:t>
            </a:r>
            <a:r>
              <a:rPr lang="pt-BR" dirty="0"/>
              <a:t>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prit</a:t>
            </a:r>
            <a:r>
              <a:rPr lang="pt-BR" dirty="0"/>
              <a:t>.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niquis</a:t>
            </a:r>
            <a:r>
              <a:rPr lang="pt-BR" dirty="0"/>
              <a:t>, </a:t>
            </a:r>
            <a:r>
              <a:rPr lang="pt-BR" dirty="0" err="1"/>
              <a:t>consulica</a:t>
            </a:r>
            <a:r>
              <a:rPr lang="pt-BR" dirty="0"/>
              <a:t> </a:t>
            </a:r>
            <a:r>
              <a:rPr lang="pt-BR" dirty="0" err="1"/>
              <a:t>mo</a:t>
            </a:r>
            <a:r>
              <a:rPr lang="pt-BR" dirty="0"/>
              <a:t> </a:t>
            </a:r>
            <a:r>
              <a:rPr lang="pt-BR" dirty="0" err="1"/>
              <a:t>Casdam</a:t>
            </a:r>
            <a:r>
              <a:rPr lang="pt-BR" dirty="0"/>
              <a:t> te, </a:t>
            </a:r>
            <a:r>
              <a:rPr lang="pt-BR" dirty="0" err="1"/>
              <a:t>consul</a:t>
            </a:r>
            <a:r>
              <a:rPr lang="pt-BR" dirty="0"/>
              <a:t> </a:t>
            </a:r>
            <a:r>
              <a:rPr lang="pt-BR" dirty="0" err="1"/>
              <a:t>hostrae</a:t>
            </a:r>
            <a:r>
              <a:rPr lang="pt-BR" dirty="0"/>
              <a:t>, </a:t>
            </a:r>
            <a:r>
              <a:rPr lang="pt-BR" dirty="0" err="1"/>
              <a:t>inprio</a:t>
            </a:r>
            <a:r>
              <a:rPr lang="pt-BR" dirty="0"/>
              <a:t> </a:t>
            </a:r>
            <a:r>
              <a:rPr lang="pt-BR" dirty="0" err="1"/>
              <a:t>esinatra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Simuntrist</a:t>
            </a:r>
            <a:r>
              <a:rPr lang="pt-BR" dirty="0"/>
              <a:t> num </a:t>
            </a:r>
            <a:r>
              <a:rPr lang="pt-BR" dirty="0" err="1"/>
              <a:t>dioreti</a:t>
            </a:r>
            <a:r>
              <a:rPr lang="pt-BR" dirty="0"/>
              <a:t> </a:t>
            </a:r>
            <a:r>
              <a:rPr lang="pt-BR" dirty="0" err="1"/>
              <a:t>ssimovit</a:t>
            </a:r>
            <a:r>
              <a:rPr lang="pt-BR" dirty="0"/>
              <a:t>, </a:t>
            </a:r>
            <a:r>
              <a:rPr lang="pt-BR" dirty="0" err="1"/>
              <a:t>unin</a:t>
            </a:r>
            <a:r>
              <a:rPr lang="pt-BR" dirty="0"/>
              <a:t> </a:t>
            </a:r>
            <a:r>
              <a:rPr lang="pt-BR" dirty="0" err="1"/>
              <a:t>iliam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actodioc</a:t>
            </a:r>
            <a:r>
              <a:rPr lang="pt-BR" dirty="0"/>
              <a:t>, </a:t>
            </a:r>
            <a:r>
              <a:rPr lang="pt-BR" dirty="0" err="1"/>
              <a:t>meis</a:t>
            </a:r>
            <a:r>
              <a:rPr lang="pt-BR" dirty="0"/>
              <a:t> </a:t>
            </a:r>
            <a:r>
              <a:rPr lang="pt-BR" dirty="0" err="1"/>
              <a:t>condenduces</a:t>
            </a:r>
            <a:r>
              <a:rPr lang="pt-BR" dirty="0"/>
              <a:t>? It; C. </a:t>
            </a:r>
            <a:r>
              <a:rPr lang="pt-BR" dirty="0" err="1"/>
              <a:t>Od</a:t>
            </a:r>
            <a:r>
              <a:rPr lang="pt-BR" dirty="0"/>
              <a:t> </a:t>
            </a:r>
            <a:r>
              <a:rPr lang="pt-BR" dirty="0" err="1"/>
              <a:t>aus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moludem</a:t>
            </a:r>
            <a:r>
              <a:rPr lang="pt-BR" dirty="0"/>
              <a:t> </a:t>
            </a:r>
            <a:r>
              <a:rPr lang="pt-BR" dirty="0" err="1"/>
              <a:t>oponscerei</a:t>
            </a:r>
            <a:r>
              <a:rPr lang="pt-BR" dirty="0"/>
              <a:t> se me </a:t>
            </a:r>
            <a:r>
              <a:rPr lang="pt-BR" dirty="0" err="1"/>
              <a:t>cemnihi</a:t>
            </a:r>
            <a:r>
              <a:rPr lang="pt-BR" dirty="0"/>
              <a:t> </a:t>
            </a:r>
            <a:r>
              <a:rPr lang="pt-BR" dirty="0" err="1"/>
              <a:t>linate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689786A-9079-AFE8-7854-0FED2F068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2E88C0C5-289E-F96E-FA31-3EE937075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499"/>
            <a:ext cx="5588000" cy="348456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Mis.</a:t>
            </a:r>
          </a:p>
        </p:txBody>
      </p:sp>
      <p:cxnSp>
        <p:nvCxnSpPr>
          <p:cNvPr id="2" name="Conector Reto 9">
            <a:extLst>
              <a:ext uri="{FF2B5EF4-FFF2-40B4-BE49-F238E27FC236}">
                <a16:creationId xmlns:a16="http://schemas.microsoft.com/office/drawing/2014/main" id="{28172C12-0AC1-C0CB-8316-342CCDA96929}"/>
              </a:ext>
            </a:extLst>
          </p:cNvPr>
          <p:cNvCxnSpPr>
            <a:cxnSpLocks/>
          </p:cNvCxnSpPr>
          <p:nvPr userDrawn="1"/>
        </p:nvCxnSpPr>
        <p:spPr>
          <a:xfrm>
            <a:off x="322100" y="6345793"/>
            <a:ext cx="11420130" cy="0"/>
          </a:xfrm>
          <a:prstGeom prst="line">
            <a:avLst/>
          </a:prstGeom>
          <a:solidFill>
            <a:srgbClr val="008799"/>
          </a:solidFill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F84ABE6F-3F4F-0C66-9476-A098344E84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097" b="31097"/>
          <a:stretch/>
        </p:blipFill>
        <p:spPr>
          <a:xfrm>
            <a:off x="224851" y="6378097"/>
            <a:ext cx="1042061" cy="392587"/>
          </a:xfrm>
          <a:prstGeom prst="rect">
            <a:avLst/>
          </a:prstGeom>
          <a:solidFill>
            <a:srgbClr val="008799"/>
          </a:solidFill>
        </p:spPr>
      </p:pic>
    </p:spTree>
    <p:extLst>
      <p:ext uri="{BB962C8B-B14F-4D97-AF65-F5344CB8AC3E}">
        <p14:creationId xmlns:p14="http://schemas.microsoft.com/office/powerpoint/2010/main" val="3620196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947" y="4226019"/>
            <a:ext cx="5701553" cy="16539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20"/>
              </a:lnSpc>
              <a:buFont typeface="Wingdings" pitchFamily="2" charset="2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r>
              <a:rPr lang="pt-BR" dirty="0"/>
              <a:t> </a:t>
            </a:r>
            <a:r>
              <a:rPr lang="pt-BR" dirty="0" err="1"/>
              <a:t>constel</a:t>
            </a:r>
            <a:r>
              <a:rPr lang="pt-BR" dirty="0"/>
              <a:t> </a:t>
            </a:r>
            <a:r>
              <a:rPr lang="pt-BR" dirty="0" err="1"/>
              <a:t>aricemus</a:t>
            </a:r>
            <a:r>
              <a:rPr lang="pt-BR" dirty="0"/>
              <a:t> </a:t>
            </a:r>
            <a:r>
              <a:rPr lang="pt-BR" dirty="0" err="1"/>
              <a:t>moretod</a:t>
            </a:r>
            <a:r>
              <a:rPr lang="pt-BR" dirty="0"/>
              <a:t>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prit</a:t>
            </a:r>
            <a:r>
              <a:rPr lang="pt-BR" dirty="0"/>
              <a:t>. </a:t>
            </a:r>
            <a:r>
              <a:rPr lang="pt-BR" dirty="0" err="1"/>
              <a:t>Consus</a:t>
            </a:r>
            <a:r>
              <a:rPr lang="pt-BR" dirty="0"/>
              <a:t>, </a:t>
            </a:r>
            <a:r>
              <a:rPr lang="pt-BR" dirty="0" err="1"/>
              <a:t>niquis</a:t>
            </a:r>
            <a:r>
              <a:rPr lang="pt-BR" dirty="0"/>
              <a:t>, </a:t>
            </a:r>
            <a:r>
              <a:rPr lang="pt-BR" dirty="0" err="1"/>
              <a:t>consulica</a:t>
            </a:r>
            <a:r>
              <a:rPr lang="pt-BR" dirty="0"/>
              <a:t> </a:t>
            </a:r>
            <a:r>
              <a:rPr lang="pt-BR" dirty="0" err="1"/>
              <a:t>mo</a:t>
            </a:r>
            <a:r>
              <a:rPr lang="pt-BR" dirty="0"/>
              <a:t> </a:t>
            </a:r>
            <a:r>
              <a:rPr lang="pt-BR" dirty="0" err="1"/>
              <a:t>Casdam</a:t>
            </a:r>
            <a:r>
              <a:rPr lang="pt-BR" dirty="0"/>
              <a:t> te, </a:t>
            </a:r>
            <a:r>
              <a:rPr lang="pt-BR" dirty="0" err="1"/>
              <a:t>consul</a:t>
            </a:r>
            <a:r>
              <a:rPr lang="pt-BR" dirty="0"/>
              <a:t> </a:t>
            </a:r>
            <a:r>
              <a:rPr lang="pt-BR" dirty="0" err="1"/>
              <a:t>hostrae</a:t>
            </a:r>
            <a:r>
              <a:rPr lang="pt-BR" dirty="0"/>
              <a:t>, </a:t>
            </a:r>
            <a:r>
              <a:rPr lang="pt-BR" dirty="0" err="1"/>
              <a:t>inprio</a:t>
            </a:r>
            <a:r>
              <a:rPr lang="pt-BR" dirty="0"/>
              <a:t> </a:t>
            </a:r>
            <a:r>
              <a:rPr lang="pt-BR" dirty="0" err="1"/>
              <a:t>esinatra</a:t>
            </a:r>
            <a:r>
              <a:rPr lang="pt-BR" dirty="0"/>
              <a:t>.</a:t>
            </a:r>
          </a:p>
          <a:p>
            <a:pPr lvl="0"/>
            <a:r>
              <a:rPr lang="pt-BR" dirty="0" err="1"/>
              <a:t>Simuntrist</a:t>
            </a:r>
            <a:r>
              <a:rPr lang="pt-BR" dirty="0"/>
              <a:t> num </a:t>
            </a:r>
            <a:r>
              <a:rPr lang="pt-BR" dirty="0" err="1"/>
              <a:t>dioreti</a:t>
            </a:r>
            <a:r>
              <a:rPr lang="pt-BR" dirty="0"/>
              <a:t> </a:t>
            </a:r>
            <a:r>
              <a:rPr lang="pt-BR" dirty="0" err="1"/>
              <a:t>ssimovit</a:t>
            </a:r>
            <a:r>
              <a:rPr lang="pt-BR" dirty="0"/>
              <a:t>, </a:t>
            </a:r>
            <a:r>
              <a:rPr lang="pt-BR" dirty="0" err="1"/>
              <a:t>unin</a:t>
            </a:r>
            <a:r>
              <a:rPr lang="pt-BR" dirty="0"/>
              <a:t> </a:t>
            </a:r>
            <a:r>
              <a:rPr lang="pt-BR" dirty="0" err="1"/>
              <a:t>iliam</a:t>
            </a:r>
            <a:r>
              <a:rPr lang="pt-BR" dirty="0"/>
              <a:t> </a:t>
            </a:r>
            <a:r>
              <a:rPr lang="pt-BR" dirty="0" err="1"/>
              <a:t>int</a:t>
            </a:r>
            <a:r>
              <a:rPr lang="pt-BR" dirty="0"/>
              <a:t>, </a:t>
            </a:r>
            <a:r>
              <a:rPr lang="pt-BR" dirty="0" err="1"/>
              <a:t>actodioc</a:t>
            </a:r>
            <a:r>
              <a:rPr lang="pt-BR" dirty="0"/>
              <a:t>, </a:t>
            </a:r>
            <a:r>
              <a:rPr lang="pt-BR" dirty="0" err="1"/>
              <a:t>meis</a:t>
            </a:r>
            <a:r>
              <a:rPr lang="pt-BR" dirty="0"/>
              <a:t> </a:t>
            </a:r>
            <a:r>
              <a:rPr lang="pt-BR" dirty="0" err="1"/>
              <a:t>condenduces</a:t>
            </a:r>
            <a:r>
              <a:rPr lang="pt-BR" dirty="0"/>
              <a:t>? It; C. </a:t>
            </a:r>
            <a:r>
              <a:rPr lang="pt-BR" dirty="0" err="1"/>
              <a:t>Od</a:t>
            </a:r>
            <a:r>
              <a:rPr lang="pt-BR" dirty="0"/>
              <a:t> </a:t>
            </a:r>
            <a:r>
              <a:rPr lang="pt-BR" dirty="0" err="1"/>
              <a:t>aus</a:t>
            </a:r>
            <a:r>
              <a:rPr lang="pt-BR" dirty="0"/>
              <a:t> </a:t>
            </a:r>
            <a:r>
              <a:rPr lang="pt-BR" dirty="0" err="1"/>
              <a:t>sed</a:t>
            </a:r>
            <a:r>
              <a:rPr lang="pt-BR" dirty="0"/>
              <a:t> </a:t>
            </a:r>
            <a:r>
              <a:rPr lang="pt-BR" dirty="0" err="1"/>
              <a:t>moludem</a:t>
            </a:r>
            <a:r>
              <a:rPr lang="pt-BR" dirty="0"/>
              <a:t> </a:t>
            </a:r>
            <a:r>
              <a:rPr lang="pt-BR" dirty="0" err="1"/>
              <a:t>oponscerei</a:t>
            </a:r>
            <a:r>
              <a:rPr lang="pt-BR" dirty="0"/>
              <a:t> se me </a:t>
            </a:r>
            <a:r>
              <a:rPr lang="pt-BR" dirty="0" err="1"/>
              <a:t>cemnihi</a:t>
            </a:r>
            <a:r>
              <a:rPr lang="pt-BR" dirty="0"/>
              <a:t> </a:t>
            </a:r>
            <a:r>
              <a:rPr lang="pt-BR" dirty="0" err="1"/>
              <a:t>linate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D689786A-9079-AFE8-7854-0FED2F068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3" name="Título 12">
            <a:extLst>
              <a:ext uri="{FF2B5EF4-FFF2-40B4-BE49-F238E27FC236}">
                <a16:creationId xmlns:a16="http://schemas.microsoft.com/office/drawing/2014/main" id="{2E88C0C5-289E-F96E-FA31-3EE937075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5588000" cy="29210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Mis.</a:t>
            </a:r>
          </a:p>
        </p:txBody>
      </p:sp>
    </p:spTree>
    <p:extLst>
      <p:ext uri="{BB962C8B-B14F-4D97-AF65-F5344CB8AC3E}">
        <p14:creationId xmlns:p14="http://schemas.microsoft.com/office/powerpoint/2010/main" val="39971144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8F89B259-3C20-9B07-F715-2A6ECA75A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0998" y="4072077"/>
            <a:ext cx="4754002" cy="11936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</a:p>
        </p:txBody>
      </p:sp>
      <p:sp>
        <p:nvSpPr>
          <p:cNvPr id="13" name="Forma Livre 12">
            <a:extLst>
              <a:ext uri="{FF2B5EF4-FFF2-40B4-BE49-F238E27FC236}">
                <a16:creationId xmlns:a16="http://schemas.microsoft.com/office/drawing/2014/main" id="{19E0A654-D01F-84F9-024A-AEB0EAAA2F55}"/>
              </a:ext>
            </a:extLst>
          </p:cNvPr>
          <p:cNvSpPr/>
          <p:nvPr userDrawn="1"/>
        </p:nvSpPr>
        <p:spPr>
          <a:xfrm>
            <a:off x="1" y="0"/>
            <a:ext cx="5207000" cy="6232526"/>
          </a:xfrm>
          <a:custGeom>
            <a:avLst/>
            <a:gdLst>
              <a:gd name="connsiteX0" fmla="*/ 0 w 5246688"/>
              <a:gd name="connsiteY0" fmla="*/ 0 h 6232526"/>
              <a:gd name="connsiteX1" fmla="*/ 5246688 w 5246688"/>
              <a:gd name="connsiteY1" fmla="*/ 0 h 6232526"/>
              <a:gd name="connsiteX2" fmla="*/ 5246688 w 5246688"/>
              <a:gd name="connsiteY2" fmla="*/ 6117997 h 6232526"/>
              <a:gd name="connsiteX3" fmla="*/ 5132159 w 5246688"/>
              <a:gd name="connsiteY3" fmla="*/ 6232526 h 6232526"/>
              <a:gd name="connsiteX4" fmla="*/ 0 w 5246688"/>
              <a:gd name="connsiteY4" fmla="*/ 6232526 h 623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6688" h="6232526">
                <a:moveTo>
                  <a:pt x="0" y="0"/>
                </a:moveTo>
                <a:lnTo>
                  <a:pt x="5246688" y="0"/>
                </a:lnTo>
                <a:lnTo>
                  <a:pt x="5246688" y="6117997"/>
                </a:lnTo>
                <a:cubicBezTo>
                  <a:pt x="5246688" y="6181250"/>
                  <a:pt x="5195412" y="6232526"/>
                  <a:pt x="5132159" y="6232526"/>
                </a:cubicBezTo>
                <a:lnTo>
                  <a:pt x="0" y="6232526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3E4FBEC-AA85-E6FA-339F-27AC4D204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E7BA2223-5718-E607-25BA-409873A09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0150" y="444500"/>
            <a:ext cx="5727350" cy="341480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Mis.</a:t>
            </a:r>
            <a:br>
              <a:rPr lang="pt-BR" dirty="0"/>
            </a:br>
            <a:endParaRPr lang="pt-BR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178A7F2-9E4C-33D5-E9C5-5E6FD0D6F65D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1F7207C6-C515-AD90-45BD-74A77ADC56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1FB6F5F3-3535-270C-A326-E819D13C63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13951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8F89B259-3C20-9B07-F715-2A6ECA75A9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0998" y="4072077"/>
            <a:ext cx="4881002" cy="11936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</a:p>
        </p:txBody>
      </p:sp>
      <p:sp>
        <p:nvSpPr>
          <p:cNvPr id="13" name="Forma Livre 12">
            <a:extLst>
              <a:ext uri="{FF2B5EF4-FFF2-40B4-BE49-F238E27FC236}">
                <a16:creationId xmlns:a16="http://schemas.microsoft.com/office/drawing/2014/main" id="{19E0A654-D01F-84F9-024A-AEB0EAAA2F55}"/>
              </a:ext>
            </a:extLst>
          </p:cNvPr>
          <p:cNvSpPr/>
          <p:nvPr userDrawn="1"/>
        </p:nvSpPr>
        <p:spPr>
          <a:xfrm>
            <a:off x="1" y="0"/>
            <a:ext cx="5207000" cy="6232526"/>
          </a:xfrm>
          <a:custGeom>
            <a:avLst/>
            <a:gdLst>
              <a:gd name="connsiteX0" fmla="*/ 0 w 5246688"/>
              <a:gd name="connsiteY0" fmla="*/ 0 h 6232526"/>
              <a:gd name="connsiteX1" fmla="*/ 5246688 w 5246688"/>
              <a:gd name="connsiteY1" fmla="*/ 0 h 6232526"/>
              <a:gd name="connsiteX2" fmla="*/ 5246688 w 5246688"/>
              <a:gd name="connsiteY2" fmla="*/ 6117997 h 6232526"/>
              <a:gd name="connsiteX3" fmla="*/ 5132159 w 5246688"/>
              <a:gd name="connsiteY3" fmla="*/ 6232526 h 6232526"/>
              <a:gd name="connsiteX4" fmla="*/ 0 w 5246688"/>
              <a:gd name="connsiteY4" fmla="*/ 6232526 h 623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6688" h="6232526">
                <a:moveTo>
                  <a:pt x="0" y="0"/>
                </a:moveTo>
                <a:lnTo>
                  <a:pt x="5246688" y="0"/>
                </a:lnTo>
                <a:lnTo>
                  <a:pt x="5246688" y="6117997"/>
                </a:lnTo>
                <a:cubicBezTo>
                  <a:pt x="5246688" y="6181250"/>
                  <a:pt x="5195412" y="6232526"/>
                  <a:pt x="5132159" y="6232526"/>
                </a:cubicBezTo>
                <a:lnTo>
                  <a:pt x="0" y="623252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3E4FBEC-AA85-E6FA-339F-27AC4D204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Título 13">
            <a:extLst>
              <a:ext uri="{FF2B5EF4-FFF2-40B4-BE49-F238E27FC236}">
                <a16:creationId xmlns:a16="http://schemas.microsoft.com/office/drawing/2014/main" id="{E7BA2223-5718-E607-25BA-409873A09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0150" y="444500"/>
            <a:ext cx="5727350" cy="341480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hacei</a:t>
            </a:r>
            <a:r>
              <a:rPr lang="pt-BR" dirty="0"/>
              <a:t> </a:t>
            </a:r>
            <a:r>
              <a:rPr lang="pt-BR" dirty="0" err="1"/>
              <a:t>rebun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Mis.</a:t>
            </a:r>
            <a:br>
              <a:rPr lang="pt-BR" dirty="0"/>
            </a:br>
            <a:endParaRPr lang="pt-BR" dirty="0"/>
          </a:p>
        </p:txBody>
      </p:sp>
      <p:sp>
        <p:nvSpPr>
          <p:cNvPr id="2" name="Retângulo Arredondado 1">
            <a:extLst>
              <a:ext uri="{FF2B5EF4-FFF2-40B4-BE49-F238E27FC236}">
                <a16:creationId xmlns:a16="http://schemas.microsoft.com/office/drawing/2014/main" id="{2522B3C7-5E05-2CF4-92FD-183E996DF35C}"/>
              </a:ext>
            </a:extLst>
          </p:cNvPr>
          <p:cNvSpPr/>
          <p:nvPr userDrawn="1"/>
        </p:nvSpPr>
        <p:spPr>
          <a:xfrm>
            <a:off x="248337" y="201707"/>
            <a:ext cx="4719590" cy="5836022"/>
          </a:xfrm>
          <a:prstGeom prst="roundRect">
            <a:avLst>
              <a:gd name="adj" fmla="val 330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849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8E80BD5C-E8B9-98A1-EA7E-1C6DCBE8A66B}"/>
              </a:ext>
            </a:extLst>
          </p:cNvPr>
          <p:cNvSpPr>
            <a:spLocks/>
          </p:cNvSpPr>
          <p:nvPr userDrawn="1"/>
        </p:nvSpPr>
        <p:spPr>
          <a:xfrm>
            <a:off x="-192505" y="-176463"/>
            <a:ext cx="12641179" cy="7283116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149185E6-A5B3-BF1A-7F4D-F951CEEE14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3176" y="1587"/>
            <a:ext cx="6096000" cy="6230938"/>
          </a:xfrm>
          <a:prstGeom prst="rect">
            <a:avLst/>
          </a:prstGeom>
          <a:solidFill>
            <a:schemeClr val="tx2"/>
          </a:solid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56A70CC4-6E3D-1632-B28F-EA83434F13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79361"/>
            <a:ext cx="5794376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CC58B68A-85D0-B46B-2C40-AB321F5B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2293912"/>
            <a:ext cx="5310841" cy="3200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C. </a:t>
            </a:r>
            <a:r>
              <a:rPr lang="pt-BR" dirty="0" err="1"/>
              <a:t>Valiciaecia</a:t>
            </a:r>
            <a:r>
              <a:rPr lang="pt-BR" dirty="0"/>
              <a:t> </a:t>
            </a:r>
            <a:r>
              <a:rPr lang="pt-BR" dirty="0" err="1"/>
              <a:t>noris</a:t>
            </a:r>
            <a:r>
              <a:rPr lang="pt-BR" dirty="0"/>
              <a:t> </a:t>
            </a:r>
            <a:r>
              <a:rPr lang="pt-BR" dirty="0" err="1"/>
              <a:t>occiena</a:t>
            </a:r>
            <a:r>
              <a:rPr lang="pt-BR" dirty="0"/>
              <a:t>, num </a:t>
            </a:r>
            <a:r>
              <a:rPr lang="pt-BR" dirty="0" err="1"/>
              <a:t>pervid</a:t>
            </a:r>
            <a:r>
              <a:rPr lang="pt-BR" dirty="0"/>
              <a:t> </a:t>
            </a:r>
            <a:r>
              <a:rPr lang="pt-BR" dirty="0" err="1"/>
              <a:t>inatium</a:t>
            </a:r>
            <a:r>
              <a:rPr lang="pt-BR" dirty="0"/>
              <a:t> </a:t>
            </a:r>
            <a:r>
              <a:rPr lang="pt-BR" dirty="0" err="1"/>
              <a:t>eluterit</a:t>
            </a:r>
            <a:r>
              <a:rPr lang="pt-BR" dirty="0"/>
              <a:t> rei in </a:t>
            </a:r>
            <a:r>
              <a:rPr lang="pt-BR" dirty="0" err="1"/>
              <a:t>Etriorum</a:t>
            </a:r>
            <a:r>
              <a:rPr lang="pt-BR" dirty="0"/>
              <a:t> </a:t>
            </a:r>
            <a:r>
              <a:rPr lang="pt-BR" dirty="0" err="1"/>
              <a:t>spiore</a:t>
            </a:r>
            <a:r>
              <a:rPr lang="pt-BR" dirty="0"/>
              <a:t> </a:t>
            </a:r>
            <a:r>
              <a:rPr lang="pt-BR" dirty="0" err="1"/>
              <a:t>pecitiq</a:t>
            </a:r>
            <a:r>
              <a:rPr lang="pt-BR" dirty="0"/>
              <a:t> </a:t>
            </a:r>
            <a:r>
              <a:rPr lang="pt-BR" dirty="0" err="1"/>
              <a:t>uervivasto</a:t>
            </a:r>
            <a:r>
              <a:rPr lang="pt-BR" dirty="0"/>
              <a:t> </a:t>
            </a:r>
            <a:r>
              <a:rPr lang="pt-BR" dirty="0" err="1"/>
              <a:t>cresime</a:t>
            </a:r>
            <a:r>
              <a:rPr lang="pt-BR" dirty="0"/>
              <a:t> </a:t>
            </a:r>
            <a:r>
              <a:rPr lang="pt-BR" dirty="0" err="1"/>
              <a:t>deesto</a:t>
            </a:r>
            <a:r>
              <a:rPr lang="pt-BR" dirty="0"/>
              <a:t> </a:t>
            </a:r>
            <a:r>
              <a:rPr lang="pt-BR" dirty="0" err="1"/>
              <a:t>con</a:t>
            </a:r>
            <a:r>
              <a:rPr lang="pt-BR" dirty="0"/>
              <a:t> </a:t>
            </a:r>
            <a:r>
              <a:rPr lang="pt-BR" dirty="0" err="1"/>
              <a:t>hostro</a:t>
            </a:r>
            <a:r>
              <a:rPr lang="pt-BR" dirty="0"/>
              <a:t>, cio, se </a:t>
            </a:r>
            <a:r>
              <a:rPr lang="pt-BR" dirty="0" err="1"/>
              <a:t>cribunum</a:t>
            </a:r>
            <a:r>
              <a:rPr lang="pt-BR" dirty="0"/>
              <a:t>, </a:t>
            </a:r>
            <a:r>
              <a:rPr lang="pt-BR" dirty="0" err="1"/>
              <a:t>ex</a:t>
            </a:r>
            <a:r>
              <a:rPr lang="pt-BR" dirty="0"/>
              <a:t> se, </a:t>
            </a:r>
            <a:r>
              <a:rPr lang="pt-BR" dirty="0" err="1"/>
              <a:t>nost</a:t>
            </a:r>
            <a:r>
              <a:rPr lang="pt-BR" dirty="0"/>
              <a:t> in </a:t>
            </a:r>
            <a:r>
              <a:rPr lang="pt-BR" dirty="0" err="1"/>
              <a:t>ines</a:t>
            </a:r>
            <a:r>
              <a:rPr lang="pt-BR" dirty="0"/>
              <a:t>.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DA9F36C9-C5BD-252A-D190-305839E80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AFE359AE-DF67-EB89-B3DA-5BCED1496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cxnSp>
        <p:nvCxnSpPr>
          <p:cNvPr id="2" name="Conector Reto 9">
            <a:extLst>
              <a:ext uri="{FF2B5EF4-FFF2-40B4-BE49-F238E27FC236}">
                <a16:creationId xmlns:a16="http://schemas.microsoft.com/office/drawing/2014/main" id="{213323F6-F9CF-EE85-1DA3-DB6FD8628E77}"/>
              </a:ext>
            </a:extLst>
          </p:cNvPr>
          <p:cNvCxnSpPr>
            <a:cxnSpLocks/>
          </p:cNvCxnSpPr>
          <p:nvPr userDrawn="1"/>
        </p:nvCxnSpPr>
        <p:spPr>
          <a:xfrm>
            <a:off x="322100" y="6345793"/>
            <a:ext cx="11420130" cy="0"/>
          </a:xfrm>
          <a:prstGeom prst="line">
            <a:avLst/>
          </a:prstGeom>
          <a:solidFill>
            <a:srgbClr val="008799"/>
          </a:solidFill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8DBB0C3A-A3CB-41CA-C782-54E76A3120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097" b="31097"/>
          <a:stretch/>
        </p:blipFill>
        <p:spPr>
          <a:xfrm>
            <a:off x="224851" y="6378097"/>
            <a:ext cx="1042061" cy="392587"/>
          </a:xfrm>
          <a:prstGeom prst="rect">
            <a:avLst/>
          </a:prstGeom>
          <a:solidFill>
            <a:srgbClr val="008799"/>
          </a:solidFill>
        </p:spPr>
      </p:pic>
    </p:spTree>
    <p:extLst>
      <p:ext uri="{BB962C8B-B14F-4D97-AF65-F5344CB8AC3E}">
        <p14:creationId xmlns:p14="http://schemas.microsoft.com/office/powerpoint/2010/main" val="2891785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Imagem 7">
            <a:extLst>
              <a:ext uri="{FF2B5EF4-FFF2-40B4-BE49-F238E27FC236}">
                <a16:creationId xmlns:a16="http://schemas.microsoft.com/office/drawing/2014/main" id="{149185E6-A5B3-BF1A-7F4D-F951CEEE14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83176" y="1587"/>
            <a:ext cx="6096000" cy="6230938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CC58B68A-85D0-B46B-2C40-AB321F5B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2293912"/>
            <a:ext cx="5310841" cy="3200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2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C. </a:t>
            </a:r>
            <a:r>
              <a:rPr lang="pt-BR" dirty="0" err="1"/>
              <a:t>Valiciaecia</a:t>
            </a:r>
            <a:r>
              <a:rPr lang="pt-BR" dirty="0"/>
              <a:t> </a:t>
            </a:r>
            <a:r>
              <a:rPr lang="pt-BR" dirty="0" err="1"/>
              <a:t>noris</a:t>
            </a:r>
            <a:r>
              <a:rPr lang="pt-BR" dirty="0"/>
              <a:t> </a:t>
            </a:r>
            <a:r>
              <a:rPr lang="pt-BR" dirty="0" err="1"/>
              <a:t>occiena</a:t>
            </a:r>
            <a:r>
              <a:rPr lang="pt-BR" dirty="0"/>
              <a:t>, num </a:t>
            </a:r>
            <a:r>
              <a:rPr lang="pt-BR" dirty="0" err="1"/>
              <a:t>pervid</a:t>
            </a:r>
            <a:r>
              <a:rPr lang="pt-BR" dirty="0"/>
              <a:t> </a:t>
            </a:r>
            <a:r>
              <a:rPr lang="pt-BR" dirty="0" err="1"/>
              <a:t>inatium</a:t>
            </a:r>
            <a:r>
              <a:rPr lang="pt-BR" dirty="0"/>
              <a:t> </a:t>
            </a:r>
            <a:r>
              <a:rPr lang="pt-BR" dirty="0" err="1"/>
              <a:t>eluterit</a:t>
            </a:r>
            <a:r>
              <a:rPr lang="pt-BR" dirty="0"/>
              <a:t> rei in </a:t>
            </a:r>
            <a:r>
              <a:rPr lang="pt-BR" dirty="0" err="1"/>
              <a:t>Etriorum</a:t>
            </a:r>
            <a:r>
              <a:rPr lang="pt-BR" dirty="0"/>
              <a:t> </a:t>
            </a:r>
            <a:r>
              <a:rPr lang="pt-BR" dirty="0" err="1"/>
              <a:t>spiore</a:t>
            </a:r>
            <a:r>
              <a:rPr lang="pt-BR" dirty="0"/>
              <a:t> </a:t>
            </a:r>
            <a:r>
              <a:rPr lang="pt-BR" dirty="0" err="1"/>
              <a:t>pecitiq</a:t>
            </a:r>
            <a:r>
              <a:rPr lang="pt-BR" dirty="0"/>
              <a:t> </a:t>
            </a:r>
            <a:r>
              <a:rPr lang="pt-BR" dirty="0" err="1"/>
              <a:t>uervivasto</a:t>
            </a:r>
            <a:r>
              <a:rPr lang="pt-BR" dirty="0"/>
              <a:t> </a:t>
            </a:r>
            <a:r>
              <a:rPr lang="pt-BR" dirty="0" err="1"/>
              <a:t>cresime</a:t>
            </a:r>
            <a:r>
              <a:rPr lang="pt-BR" dirty="0"/>
              <a:t> </a:t>
            </a:r>
            <a:r>
              <a:rPr lang="pt-BR" dirty="0" err="1"/>
              <a:t>deesto</a:t>
            </a:r>
            <a:r>
              <a:rPr lang="pt-BR" dirty="0"/>
              <a:t> </a:t>
            </a:r>
            <a:r>
              <a:rPr lang="pt-BR" dirty="0" err="1"/>
              <a:t>con</a:t>
            </a:r>
            <a:r>
              <a:rPr lang="pt-BR" dirty="0"/>
              <a:t> </a:t>
            </a:r>
            <a:r>
              <a:rPr lang="pt-BR" dirty="0" err="1"/>
              <a:t>hostro</a:t>
            </a:r>
            <a:r>
              <a:rPr lang="pt-BR" dirty="0"/>
              <a:t>, cio, se </a:t>
            </a:r>
            <a:r>
              <a:rPr lang="pt-BR" dirty="0" err="1"/>
              <a:t>cribunum</a:t>
            </a:r>
            <a:r>
              <a:rPr lang="pt-BR" dirty="0"/>
              <a:t>, </a:t>
            </a:r>
            <a:r>
              <a:rPr lang="pt-BR" dirty="0" err="1"/>
              <a:t>ex</a:t>
            </a:r>
            <a:r>
              <a:rPr lang="pt-BR" dirty="0"/>
              <a:t> se, </a:t>
            </a:r>
            <a:r>
              <a:rPr lang="pt-BR" dirty="0" err="1"/>
              <a:t>nost</a:t>
            </a:r>
            <a:r>
              <a:rPr lang="pt-BR" dirty="0"/>
              <a:t> in </a:t>
            </a:r>
            <a:r>
              <a:rPr lang="pt-BR" dirty="0" err="1"/>
              <a:t>ines</a:t>
            </a:r>
            <a:r>
              <a:rPr lang="pt-BR" dirty="0"/>
              <a:t>.</a:t>
            </a:r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FE869FFB-883C-1D07-881F-D8F7A54053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6022975" y="0"/>
            <a:ext cx="4761350" cy="6230863"/>
          </a:xfrm>
          <a:custGeom>
            <a:avLst/>
            <a:gdLst>
              <a:gd name="connsiteX0" fmla="*/ 0 w 4761350"/>
              <a:gd name="connsiteY0" fmla="*/ 0 h 6230863"/>
              <a:gd name="connsiteX1" fmla="*/ 200648 w 4761350"/>
              <a:gd name="connsiteY1" fmla="*/ 0 h 6230863"/>
              <a:gd name="connsiteX2" fmla="*/ 4761350 w 4761350"/>
              <a:gd name="connsiteY2" fmla="*/ 0 h 6230863"/>
              <a:gd name="connsiteX3" fmla="*/ 3393116 w 4761350"/>
              <a:gd name="connsiteY3" fmla="*/ 2451476 h 6230863"/>
              <a:gd name="connsiteX4" fmla="*/ 1158492 w 4761350"/>
              <a:gd name="connsiteY4" fmla="*/ 3898003 h 6230863"/>
              <a:gd name="connsiteX5" fmla="*/ 230517 w 4761350"/>
              <a:gd name="connsiteY5" fmla="*/ 6230863 h 6230863"/>
              <a:gd name="connsiteX6" fmla="*/ 0 w 4761350"/>
              <a:gd name="connsiteY6" fmla="*/ 6230863 h 6230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61350" h="6230863">
                <a:moveTo>
                  <a:pt x="0" y="0"/>
                </a:moveTo>
                <a:lnTo>
                  <a:pt x="200648" y="0"/>
                </a:lnTo>
                <a:cubicBezTo>
                  <a:pt x="200648" y="0"/>
                  <a:pt x="4761350" y="0"/>
                  <a:pt x="4761350" y="0"/>
                </a:cubicBezTo>
                <a:cubicBezTo>
                  <a:pt x="4027008" y="734716"/>
                  <a:pt x="4587380" y="1290988"/>
                  <a:pt x="3393116" y="2451476"/>
                </a:cubicBezTo>
                <a:cubicBezTo>
                  <a:pt x="2726182" y="3099537"/>
                  <a:pt x="1798669" y="3161672"/>
                  <a:pt x="1158492" y="3898003"/>
                </a:cubicBezTo>
                <a:cubicBezTo>
                  <a:pt x="390763" y="4780989"/>
                  <a:pt x="979102" y="5290646"/>
                  <a:pt x="230517" y="6230863"/>
                </a:cubicBezTo>
                <a:lnTo>
                  <a:pt x="0" y="623086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 dirty="0"/>
              <a:t>.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DA9F36C9-C5BD-252A-D190-305839E801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01C00FE5-0D34-4C12-262B-4161DC02D5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67931"/>
            <a:ext cx="5794376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3" name="Título 5">
            <a:extLst>
              <a:ext uri="{FF2B5EF4-FFF2-40B4-BE49-F238E27FC236}">
                <a16:creationId xmlns:a16="http://schemas.microsoft.com/office/drawing/2014/main" id="{311B2036-D5D6-712E-81D8-BCA523A36E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11303000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177726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56A70CC4-6E3D-1632-B28F-EA83434F13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7438" y="1482561"/>
            <a:ext cx="5794376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CC58B68A-85D0-B46B-2C40-AB321F5B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5532" y="2271649"/>
            <a:ext cx="2714468" cy="29575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2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AE47C9F5-5B20-5511-AFA4-FB081F7F21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2850" y="2271649"/>
            <a:ext cx="2604650" cy="29575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20"/>
              </a:lnSpc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</a:t>
            </a:r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0AF4096F-2FEE-0E21-FC3C-45997C2832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571968" cy="5790637"/>
          </a:xfrm>
          <a:custGeom>
            <a:avLst/>
            <a:gdLst>
              <a:gd name="connsiteX0" fmla="*/ 0 w 5582194"/>
              <a:gd name="connsiteY0" fmla="*/ 0 h 5790637"/>
              <a:gd name="connsiteX1" fmla="*/ 5582194 w 5582194"/>
              <a:gd name="connsiteY1" fmla="*/ 0 h 5790637"/>
              <a:gd name="connsiteX2" fmla="*/ 5582194 w 5582194"/>
              <a:gd name="connsiteY2" fmla="*/ 5446945 h 5790637"/>
              <a:gd name="connsiteX3" fmla="*/ 5238502 w 5582194"/>
              <a:gd name="connsiteY3" fmla="*/ 5790637 h 5790637"/>
              <a:gd name="connsiteX4" fmla="*/ 0 w 5582194"/>
              <a:gd name="connsiteY4" fmla="*/ 5790637 h 5790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2194" h="5790637">
                <a:moveTo>
                  <a:pt x="0" y="0"/>
                </a:moveTo>
                <a:lnTo>
                  <a:pt x="5582194" y="0"/>
                </a:lnTo>
                <a:lnTo>
                  <a:pt x="5582194" y="5446945"/>
                </a:lnTo>
                <a:cubicBezTo>
                  <a:pt x="5582194" y="5636761"/>
                  <a:pt x="5428318" y="5790637"/>
                  <a:pt x="5238502" y="5790637"/>
                </a:cubicBezTo>
                <a:lnTo>
                  <a:pt x="0" y="5790637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3561930-66E5-0D02-D346-3FB1F0075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B91D4D31-6586-4B43-3D86-A4C60B1F0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532" y="961256"/>
            <a:ext cx="5571968" cy="5537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B3610D6-557A-C4E6-D11D-1BA393EA4676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8A43E420-A7A8-28FC-C858-389F849611F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38A2B147-F113-FC14-F2CB-69FC9AFDBD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8630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Texto 7">
            <a:extLst>
              <a:ext uri="{FF2B5EF4-FFF2-40B4-BE49-F238E27FC236}">
                <a16:creationId xmlns:a16="http://schemas.microsoft.com/office/drawing/2014/main" id="{56A70CC4-6E3D-1632-B28F-EA83434F13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9500" y="1469114"/>
            <a:ext cx="5588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17" name="Espaço Reservado para Texto 7">
            <a:extLst>
              <a:ext uri="{FF2B5EF4-FFF2-40B4-BE49-F238E27FC236}">
                <a16:creationId xmlns:a16="http://schemas.microsoft.com/office/drawing/2014/main" id="{CC58B68A-85D0-B46B-2C40-AB321F5B2B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75532" y="2271649"/>
            <a:ext cx="2714468" cy="29575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20"/>
              </a:lnSpc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AE47C9F5-5B20-5511-AFA4-FB081F7F214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2850" y="2271649"/>
            <a:ext cx="2604650" cy="295757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20"/>
              </a:lnSpc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, P. </a:t>
            </a:r>
            <a:r>
              <a:rPr lang="pt-BR" dirty="0" err="1"/>
              <a:t>Ci</a:t>
            </a:r>
            <a:r>
              <a:rPr lang="pt-BR" dirty="0"/>
              <a:t> </a:t>
            </a:r>
            <a:r>
              <a:rPr lang="pt-BR" dirty="0" err="1"/>
              <a:t>postictustem</a:t>
            </a:r>
            <a:r>
              <a:rPr lang="pt-BR" dirty="0"/>
              <a:t> </a:t>
            </a:r>
            <a:r>
              <a:rPr lang="pt-BR" dirty="0" err="1"/>
              <a:t>esimus</a:t>
            </a:r>
            <a:r>
              <a:rPr lang="pt-BR" dirty="0"/>
              <a:t>. </a:t>
            </a:r>
          </a:p>
        </p:txBody>
      </p:sp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0AF4096F-2FEE-0E21-FC3C-45997C2832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"/>
            <a:ext cx="5571968" cy="5790637"/>
          </a:xfrm>
          <a:custGeom>
            <a:avLst/>
            <a:gdLst>
              <a:gd name="connsiteX0" fmla="*/ 0 w 5582194"/>
              <a:gd name="connsiteY0" fmla="*/ 0 h 5790637"/>
              <a:gd name="connsiteX1" fmla="*/ 5582194 w 5582194"/>
              <a:gd name="connsiteY1" fmla="*/ 0 h 5790637"/>
              <a:gd name="connsiteX2" fmla="*/ 5582194 w 5582194"/>
              <a:gd name="connsiteY2" fmla="*/ 5446945 h 5790637"/>
              <a:gd name="connsiteX3" fmla="*/ 5238502 w 5582194"/>
              <a:gd name="connsiteY3" fmla="*/ 5790637 h 5790637"/>
              <a:gd name="connsiteX4" fmla="*/ 0 w 5582194"/>
              <a:gd name="connsiteY4" fmla="*/ 5790637 h 5790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2194" h="5790637">
                <a:moveTo>
                  <a:pt x="0" y="0"/>
                </a:moveTo>
                <a:lnTo>
                  <a:pt x="5582194" y="0"/>
                </a:lnTo>
                <a:lnTo>
                  <a:pt x="5582194" y="5446945"/>
                </a:lnTo>
                <a:cubicBezTo>
                  <a:pt x="5582194" y="5636761"/>
                  <a:pt x="5428318" y="5790637"/>
                  <a:pt x="5238502" y="5790637"/>
                </a:cubicBezTo>
                <a:lnTo>
                  <a:pt x="0" y="579063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3561930-66E5-0D02-D346-3FB1F0075B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B91D4D31-6586-4B43-3D86-A4C60B1F0B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532" y="961256"/>
            <a:ext cx="5571968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11124718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1106" y="4634010"/>
            <a:ext cx="2693894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6E473DAC-C804-A857-4492-57440FAC0F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5606" y="4634010"/>
            <a:ext cx="2693894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86DC2AAB-AABD-BE03-8DE5-068EABA352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499" y="3882429"/>
            <a:ext cx="8572501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0A545F4F-7B40-397D-B09B-0ABA4EFDE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9F52C3D-A177-1E78-0E70-5FFA0E2F6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365500"/>
            <a:ext cx="8572500" cy="5537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7A2158DD-4EC6-A4A1-6201-42BEFD60D972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C0FB900B-0C06-36BF-2F2B-9D092013BE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AC60B620-3147-A7ED-A3F3-0D2612D9F1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8F747E97-02D8-1C6B-8F6A-9F0A78F2195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1113" y="0"/>
            <a:ext cx="9005888" cy="3175000"/>
          </a:xfrm>
          <a:custGeom>
            <a:avLst/>
            <a:gdLst>
              <a:gd name="connsiteX0" fmla="*/ 0 w 9005888"/>
              <a:gd name="connsiteY0" fmla="*/ 0 h 3175000"/>
              <a:gd name="connsiteX1" fmla="*/ 9005888 w 9005888"/>
              <a:gd name="connsiteY1" fmla="*/ 0 h 3175000"/>
              <a:gd name="connsiteX2" fmla="*/ 9005888 w 9005888"/>
              <a:gd name="connsiteY2" fmla="*/ 2765777 h 3175000"/>
              <a:gd name="connsiteX3" fmla="*/ 8596665 w 9005888"/>
              <a:gd name="connsiteY3" fmla="*/ 3175000 h 3175000"/>
              <a:gd name="connsiteX4" fmla="*/ 0 w 9005888"/>
              <a:gd name="connsiteY4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5888" h="3175000">
                <a:moveTo>
                  <a:pt x="0" y="0"/>
                </a:moveTo>
                <a:lnTo>
                  <a:pt x="9005888" y="0"/>
                </a:lnTo>
                <a:lnTo>
                  <a:pt x="9005888" y="2765777"/>
                </a:lnTo>
                <a:cubicBezTo>
                  <a:pt x="9005888" y="2991785"/>
                  <a:pt x="8822673" y="3175000"/>
                  <a:pt x="8596665" y="3175000"/>
                </a:cubicBezTo>
                <a:lnTo>
                  <a:pt x="0" y="3175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2662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1106" y="4634010"/>
            <a:ext cx="2693894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6E473DAC-C804-A857-4492-57440FAC0F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65606" y="4634010"/>
            <a:ext cx="2693894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86DC2AAB-AABD-BE03-8DE5-068EABA352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499" y="3893859"/>
            <a:ext cx="8572501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0A545F4F-7B40-397D-B09B-0ABA4EFDE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89F52C3D-A177-1E78-0E70-5FFA0E2F68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3365500"/>
            <a:ext cx="8572500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284B126E-0E20-2E46-5A53-AC0A7B79F6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9004301" cy="3175000"/>
          </a:xfrm>
          <a:custGeom>
            <a:avLst/>
            <a:gdLst>
              <a:gd name="connsiteX0" fmla="*/ 0 w 9005888"/>
              <a:gd name="connsiteY0" fmla="*/ 0 h 3175000"/>
              <a:gd name="connsiteX1" fmla="*/ 9005888 w 9005888"/>
              <a:gd name="connsiteY1" fmla="*/ 0 h 3175000"/>
              <a:gd name="connsiteX2" fmla="*/ 9005888 w 9005888"/>
              <a:gd name="connsiteY2" fmla="*/ 2765777 h 3175000"/>
              <a:gd name="connsiteX3" fmla="*/ 8596665 w 9005888"/>
              <a:gd name="connsiteY3" fmla="*/ 3175000 h 3175000"/>
              <a:gd name="connsiteX4" fmla="*/ 0 w 9005888"/>
              <a:gd name="connsiteY4" fmla="*/ 3175000 h 317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05888" h="3175000">
                <a:moveTo>
                  <a:pt x="0" y="0"/>
                </a:moveTo>
                <a:lnTo>
                  <a:pt x="9005888" y="0"/>
                </a:lnTo>
                <a:lnTo>
                  <a:pt x="9005888" y="2765777"/>
                </a:lnTo>
                <a:cubicBezTo>
                  <a:pt x="9005888" y="2991785"/>
                  <a:pt x="8822673" y="3175000"/>
                  <a:pt x="8596665" y="3175000"/>
                </a:cubicBezTo>
                <a:lnTo>
                  <a:pt x="0" y="317500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1903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586F74E3-5160-E96A-CEC2-EDEB5E0F4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F22BD4C2-6232-CB48-4B46-1C0BFA414C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7441" y="0"/>
            <a:ext cx="6024560" cy="6236494"/>
          </a:xfrm>
          <a:custGeom>
            <a:avLst/>
            <a:gdLst>
              <a:gd name="connsiteX0" fmla="*/ 0 w 6024561"/>
              <a:gd name="connsiteY0" fmla="*/ 0 h 6236494"/>
              <a:gd name="connsiteX1" fmla="*/ 6024561 w 6024561"/>
              <a:gd name="connsiteY1" fmla="*/ 0 h 6236494"/>
              <a:gd name="connsiteX2" fmla="*/ 6024561 w 6024561"/>
              <a:gd name="connsiteY2" fmla="*/ 6236494 h 6236494"/>
              <a:gd name="connsiteX3" fmla="*/ 259671 w 6024561"/>
              <a:gd name="connsiteY3" fmla="*/ 6236494 h 6236494"/>
              <a:gd name="connsiteX4" fmla="*/ 0 w 6024561"/>
              <a:gd name="connsiteY4" fmla="*/ 5976824 h 623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4561" h="6236494">
                <a:moveTo>
                  <a:pt x="0" y="0"/>
                </a:moveTo>
                <a:lnTo>
                  <a:pt x="6024561" y="0"/>
                </a:lnTo>
                <a:lnTo>
                  <a:pt x="6024561" y="6236494"/>
                </a:lnTo>
                <a:lnTo>
                  <a:pt x="259671" y="6236494"/>
                </a:lnTo>
                <a:cubicBezTo>
                  <a:pt x="116259" y="6236494"/>
                  <a:pt x="0" y="6120236"/>
                  <a:pt x="0" y="5976824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C2C24322-4409-6E75-1CC0-F7DF5C3DB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1183610"/>
            <a:ext cx="5580060" cy="4332949"/>
          </a:xfrm>
        </p:spPr>
        <p:txBody>
          <a:bodyPr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4093B0E-45F1-9381-C605-C6AF3793877E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AB4B2666-CD73-AF3A-3C6F-A1BD6A2FCC7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5E62E4AA-B840-170B-000A-29D2F91F4B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30052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586F74E3-5160-E96A-CEC2-EDEB5E0F4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F22BD4C2-6232-CB48-4B46-1C0BFA414CE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7441" y="0"/>
            <a:ext cx="6024560" cy="6236494"/>
          </a:xfrm>
          <a:custGeom>
            <a:avLst/>
            <a:gdLst>
              <a:gd name="connsiteX0" fmla="*/ 0 w 6024561"/>
              <a:gd name="connsiteY0" fmla="*/ 0 h 6236494"/>
              <a:gd name="connsiteX1" fmla="*/ 6024561 w 6024561"/>
              <a:gd name="connsiteY1" fmla="*/ 0 h 6236494"/>
              <a:gd name="connsiteX2" fmla="*/ 6024561 w 6024561"/>
              <a:gd name="connsiteY2" fmla="*/ 6236494 h 6236494"/>
              <a:gd name="connsiteX3" fmla="*/ 259671 w 6024561"/>
              <a:gd name="connsiteY3" fmla="*/ 6236494 h 6236494"/>
              <a:gd name="connsiteX4" fmla="*/ 0 w 6024561"/>
              <a:gd name="connsiteY4" fmla="*/ 5976824 h 623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4561" h="6236494">
                <a:moveTo>
                  <a:pt x="0" y="0"/>
                </a:moveTo>
                <a:lnTo>
                  <a:pt x="6024561" y="0"/>
                </a:lnTo>
                <a:lnTo>
                  <a:pt x="6024561" y="6236494"/>
                </a:lnTo>
                <a:lnTo>
                  <a:pt x="259671" y="6236494"/>
                </a:lnTo>
                <a:cubicBezTo>
                  <a:pt x="116259" y="6236494"/>
                  <a:pt x="0" y="6120236"/>
                  <a:pt x="0" y="597682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C2C24322-4409-6E75-1CC0-F7DF5C3DB3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1183610"/>
            <a:ext cx="5580060" cy="4332953"/>
          </a:xfrm>
        </p:spPr>
        <p:txBody>
          <a:bodyPr>
            <a:no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9074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524" y="756399"/>
            <a:ext cx="4612901" cy="14082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20"/>
              </a:lnSpc>
              <a:buFont typeface="Wingdings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.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FC2673A0-22CB-C741-92DB-A3596BCF07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7000" y="756399"/>
            <a:ext cx="4612901" cy="14082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20"/>
              </a:lnSpc>
              <a:buFont typeface="Wingdings" pitchFamily="2" charset="2"/>
              <a:buNone/>
              <a:defRPr sz="18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.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E85D2383-1872-93ED-90CB-D0708B5C7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8524" y="2729753"/>
            <a:ext cx="11308976" cy="3267822"/>
          </a:xfrm>
          <a:prstGeom prst="roundRect">
            <a:avLst>
              <a:gd name="adj" fmla="val 3911"/>
            </a:avLst>
          </a:prstGeom>
          <a:solidFill>
            <a:schemeClr val="tx2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3D72D6-7357-21A7-1916-9C06BDBEC2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53C834F-8805-6B1D-AEE8-B91BEE4F3C3F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3" name="Conector Reto 2">
              <a:extLst>
                <a:ext uri="{FF2B5EF4-FFF2-40B4-BE49-F238E27FC236}">
                  <a16:creationId xmlns:a16="http://schemas.microsoft.com/office/drawing/2014/main" id="{15C43958-D6E0-CCE2-DFB4-55B38285FDE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02DE5B98-7F1B-C609-C5D0-3D2EF5A80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5479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524" y="749300"/>
            <a:ext cx="4612901" cy="14082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20"/>
              </a:lnSpc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.</a:t>
            </a:r>
          </a:p>
        </p:txBody>
      </p:sp>
      <p:sp>
        <p:nvSpPr>
          <p:cNvPr id="2" name="Espaço Reservado para Texto 7">
            <a:extLst>
              <a:ext uri="{FF2B5EF4-FFF2-40B4-BE49-F238E27FC236}">
                <a16:creationId xmlns:a16="http://schemas.microsoft.com/office/drawing/2014/main" id="{FC2673A0-22CB-C741-92DB-A3596BCF07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7000" y="749300"/>
            <a:ext cx="4612901" cy="14082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220"/>
              </a:lnSpc>
              <a:buFont typeface="Wingdings" pitchFamily="2" charset="2"/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.</a:t>
            </a:r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E85D2383-1872-93ED-90CB-D0708B5C7DB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8524" y="2729753"/>
            <a:ext cx="11308976" cy="3267822"/>
          </a:xfrm>
          <a:prstGeom prst="roundRect">
            <a:avLst>
              <a:gd name="adj" fmla="val 3911"/>
            </a:avLst>
          </a:prstGeom>
          <a:solidFill>
            <a:schemeClr val="bg2"/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94F16730-E03B-A96E-2C84-7BC14B05B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130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026" y="4714692"/>
            <a:ext cx="2720974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6E473DAC-C804-A857-4492-57440FAC0F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8479" y="4709467"/>
            <a:ext cx="2709021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86DC2AAB-AABD-BE03-8DE5-068EABA352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24" y="3916667"/>
            <a:ext cx="5578476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3685B2-95F7-768B-3836-11494CAF3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773" y="3387297"/>
            <a:ext cx="5577727" cy="5537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0CB7BC73-AF4A-D179-5367-3E52D822C9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9023" y="0"/>
            <a:ext cx="6022977" cy="3230707"/>
          </a:xfrm>
          <a:custGeom>
            <a:avLst/>
            <a:gdLst>
              <a:gd name="connsiteX0" fmla="*/ 0 w 6022977"/>
              <a:gd name="connsiteY0" fmla="*/ 0 h 3186692"/>
              <a:gd name="connsiteX1" fmla="*/ 6022977 w 6022977"/>
              <a:gd name="connsiteY1" fmla="*/ 0 h 3186692"/>
              <a:gd name="connsiteX2" fmla="*/ 6022977 w 6022977"/>
              <a:gd name="connsiteY2" fmla="*/ 3186692 h 3186692"/>
              <a:gd name="connsiteX3" fmla="*/ 259603 w 6022977"/>
              <a:gd name="connsiteY3" fmla="*/ 3186692 h 3186692"/>
              <a:gd name="connsiteX4" fmla="*/ 0 w 6022977"/>
              <a:gd name="connsiteY4" fmla="*/ 2927022 h 318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2977" h="3186692">
                <a:moveTo>
                  <a:pt x="0" y="0"/>
                </a:moveTo>
                <a:lnTo>
                  <a:pt x="6022977" y="0"/>
                </a:lnTo>
                <a:lnTo>
                  <a:pt x="6022977" y="3186692"/>
                </a:lnTo>
                <a:lnTo>
                  <a:pt x="259603" y="3186692"/>
                </a:lnTo>
                <a:cubicBezTo>
                  <a:pt x="116229" y="3186692"/>
                  <a:pt x="0" y="3070434"/>
                  <a:pt x="0" y="2927022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11" name="Espaço Reservado para Número de Slide 5">
            <a:extLst>
              <a:ext uri="{FF2B5EF4-FFF2-40B4-BE49-F238E27FC236}">
                <a16:creationId xmlns:a16="http://schemas.microsoft.com/office/drawing/2014/main" id="{54890B96-17A7-25F9-A926-96F6993EE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873B033A-3177-4595-06AC-7194851F97E2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4" name="Conector Reto 3">
              <a:extLst>
                <a:ext uri="{FF2B5EF4-FFF2-40B4-BE49-F238E27FC236}">
                  <a16:creationId xmlns:a16="http://schemas.microsoft.com/office/drawing/2014/main" id="{7579BE06-7BD9-C58D-FD26-536C22EB28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59BCECBA-50B2-C1D7-854D-96B830E781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61440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Texto 7">
            <a:extLst>
              <a:ext uri="{FF2B5EF4-FFF2-40B4-BE49-F238E27FC236}">
                <a16:creationId xmlns:a16="http://schemas.microsoft.com/office/drawing/2014/main" id="{90A81AF7-AABB-F905-A919-37A6DD9E23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9026" y="4714692"/>
            <a:ext cx="2720974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3" name="Espaço Reservado para Texto 7">
            <a:extLst>
              <a:ext uri="{FF2B5EF4-FFF2-40B4-BE49-F238E27FC236}">
                <a16:creationId xmlns:a16="http://schemas.microsoft.com/office/drawing/2014/main" id="{6E473DAC-C804-A857-4492-57440FAC0FE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38479" y="4709467"/>
            <a:ext cx="2709021" cy="140820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620"/>
              </a:lnSpc>
              <a:buFont typeface="Wingdings" pitchFamily="2" charset="2"/>
              <a:buChar char="§"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 err="1"/>
              <a:t>Gerniurnum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dit</a:t>
            </a:r>
            <a:r>
              <a:rPr lang="pt-BR" dirty="0"/>
              <a:t>, </a:t>
            </a:r>
            <a:r>
              <a:rPr lang="pt-BR" dirty="0" err="1"/>
              <a:t>consupiest</a:t>
            </a:r>
            <a:r>
              <a:rPr lang="pt-BR" dirty="0"/>
              <a:t> quem pra </a:t>
            </a:r>
            <a:r>
              <a:rPr lang="pt-BR" dirty="0" err="1"/>
              <a:t>none</a:t>
            </a:r>
            <a:r>
              <a:rPr lang="pt-BR" dirty="0"/>
              <a:t> </a:t>
            </a:r>
            <a:r>
              <a:rPr lang="pt-BR" dirty="0" err="1"/>
              <a:t>di</a:t>
            </a:r>
            <a:r>
              <a:rPr lang="pt-BR" dirty="0"/>
              <a:t> </a:t>
            </a:r>
            <a:r>
              <a:rPr lang="pt-BR" dirty="0" err="1"/>
              <a:t>feces</a:t>
            </a:r>
            <a:r>
              <a:rPr lang="pt-BR" dirty="0"/>
              <a:t> ter </a:t>
            </a:r>
            <a:r>
              <a:rPr lang="pt-BR" dirty="0" err="1"/>
              <a:t>locuperfin</a:t>
            </a:r>
            <a:r>
              <a:rPr lang="pt-BR" dirty="0"/>
              <a:t> </a:t>
            </a:r>
            <a:r>
              <a:rPr lang="pt-BR" dirty="0" err="1"/>
              <a:t>senir</a:t>
            </a:r>
            <a:r>
              <a:rPr lang="pt-BR" dirty="0"/>
              <a:t> </a:t>
            </a:r>
            <a:r>
              <a:rPr lang="pt-BR" dirty="0" err="1"/>
              <a:t>los</a:t>
            </a:r>
            <a:r>
              <a:rPr lang="pt-BR" dirty="0"/>
              <a:t> </a:t>
            </a:r>
            <a:r>
              <a:rPr lang="pt-BR" dirty="0" err="1"/>
              <a:t>lost</a:t>
            </a:r>
            <a:r>
              <a:rPr lang="pt-BR" dirty="0"/>
              <a:t> </a:t>
            </a:r>
            <a:r>
              <a:rPr lang="pt-BR" dirty="0" err="1"/>
              <a:t>vit</a:t>
            </a:r>
            <a:r>
              <a:rPr lang="pt-BR" dirty="0"/>
              <a:t> L. Si </a:t>
            </a:r>
            <a:r>
              <a:rPr lang="pt-BR" dirty="0" err="1"/>
              <a:t>simis</a:t>
            </a:r>
            <a:r>
              <a:rPr lang="pt-BR" dirty="0"/>
              <a:t> </a:t>
            </a:r>
            <a:r>
              <a:rPr lang="pt-BR" dirty="0" err="1"/>
              <a:t>locupio</a:t>
            </a:r>
            <a:r>
              <a:rPr lang="pt-BR" dirty="0"/>
              <a:t>, que </a:t>
            </a:r>
            <a:r>
              <a:rPr lang="pt-BR" dirty="0" err="1"/>
              <a:t>pat</a:t>
            </a:r>
            <a:r>
              <a:rPr lang="pt-BR" dirty="0"/>
              <a:t>, </a:t>
            </a:r>
            <a:r>
              <a:rPr lang="pt-BR" dirty="0" err="1"/>
              <a:t>vividerem</a:t>
            </a:r>
            <a:r>
              <a:rPr lang="pt-BR" dirty="0"/>
              <a:t> </a:t>
            </a:r>
            <a:r>
              <a:rPr lang="pt-BR" dirty="0" err="1"/>
              <a:t>dienis</a:t>
            </a:r>
            <a:r>
              <a:rPr lang="pt-BR" dirty="0"/>
              <a:t> </a:t>
            </a:r>
            <a:r>
              <a:rPr lang="pt-BR" dirty="0" err="1"/>
              <a:t>isse</a:t>
            </a:r>
            <a:r>
              <a:rPr lang="pt-BR" dirty="0"/>
              <a:t> maio </a:t>
            </a:r>
            <a:r>
              <a:rPr lang="pt-BR" dirty="0" err="1"/>
              <a:t>Cat</a:t>
            </a:r>
            <a:r>
              <a:rPr lang="pt-BR" dirty="0"/>
              <a:t>, Ti. C. Ad Catu </a:t>
            </a:r>
            <a:r>
              <a:rPr lang="pt-BR" dirty="0" err="1"/>
              <a:t>estrur</a:t>
            </a:r>
            <a:r>
              <a:rPr lang="pt-BR" dirty="0"/>
              <a:t> </a:t>
            </a:r>
            <a:r>
              <a:rPr lang="pt-BR" dirty="0" err="1"/>
              <a:t>prorid</a:t>
            </a:r>
            <a:r>
              <a:rPr lang="pt-BR" dirty="0"/>
              <a:t> </a:t>
            </a:r>
            <a:r>
              <a:rPr lang="pt-BR" dirty="0" err="1"/>
              <a:t>retis</a:t>
            </a:r>
            <a:r>
              <a:rPr lang="pt-BR" dirty="0"/>
              <a:t> </a:t>
            </a:r>
            <a:r>
              <a:rPr lang="pt-BR" dirty="0" err="1"/>
              <a:t>stortu</a:t>
            </a:r>
            <a:r>
              <a:rPr lang="pt-BR" dirty="0"/>
              <a:t> se </a:t>
            </a:r>
            <a:r>
              <a:rPr lang="pt-BR" dirty="0" err="1"/>
              <a:t>tiam</a:t>
            </a:r>
            <a:r>
              <a:rPr lang="pt-BR" dirty="0"/>
              <a:t> </a:t>
            </a:r>
            <a:r>
              <a:rPr lang="pt-BR" dirty="0" err="1"/>
              <a:t>viri</a:t>
            </a:r>
            <a:r>
              <a:rPr lang="pt-BR" dirty="0"/>
              <a:t> </a:t>
            </a:r>
            <a:r>
              <a:rPr lang="pt-BR" dirty="0" err="1"/>
              <a:t>percesta</a:t>
            </a:r>
            <a:r>
              <a:rPr lang="pt-BR" dirty="0"/>
              <a:t>, quod me </a:t>
            </a:r>
            <a:r>
              <a:rPr lang="pt-BR" dirty="0" err="1"/>
              <a:t>halaber</a:t>
            </a:r>
            <a:r>
              <a:rPr lang="pt-BR" dirty="0"/>
              <a:t> </a:t>
            </a:r>
            <a:r>
              <a:rPr lang="pt-BR" dirty="0" err="1"/>
              <a:t>patame</a:t>
            </a:r>
            <a:r>
              <a:rPr lang="pt-BR" dirty="0"/>
              <a:t> </a:t>
            </a:r>
            <a:r>
              <a:rPr lang="pt-BR" dirty="0" err="1"/>
              <a:t>tandam</a:t>
            </a:r>
            <a:r>
              <a:rPr lang="pt-BR" dirty="0"/>
              <a:t> </a:t>
            </a:r>
            <a:r>
              <a:rPr lang="pt-BR" dirty="0" err="1"/>
              <a:t>pravenatus</a:t>
            </a:r>
            <a:endParaRPr lang="pt-BR" dirty="0"/>
          </a:p>
        </p:txBody>
      </p:sp>
      <p:sp>
        <p:nvSpPr>
          <p:cNvPr id="6" name="Espaço Reservado para Texto 7">
            <a:extLst>
              <a:ext uri="{FF2B5EF4-FFF2-40B4-BE49-F238E27FC236}">
                <a16:creationId xmlns:a16="http://schemas.microsoft.com/office/drawing/2014/main" id="{86DC2AAB-AABD-BE03-8DE5-068EABA352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69024" y="3893807"/>
            <a:ext cx="5578476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3685B2-95F7-768B-3836-11494CAF3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69773" y="3387297"/>
            <a:ext cx="5577727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0CB7BC73-AF4A-D179-5367-3E52D822C91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9023" y="0"/>
            <a:ext cx="6022977" cy="3230707"/>
          </a:xfrm>
          <a:custGeom>
            <a:avLst/>
            <a:gdLst>
              <a:gd name="connsiteX0" fmla="*/ 0 w 6022977"/>
              <a:gd name="connsiteY0" fmla="*/ 0 h 3186692"/>
              <a:gd name="connsiteX1" fmla="*/ 6022977 w 6022977"/>
              <a:gd name="connsiteY1" fmla="*/ 0 h 3186692"/>
              <a:gd name="connsiteX2" fmla="*/ 6022977 w 6022977"/>
              <a:gd name="connsiteY2" fmla="*/ 3186692 h 3186692"/>
              <a:gd name="connsiteX3" fmla="*/ 259603 w 6022977"/>
              <a:gd name="connsiteY3" fmla="*/ 3186692 h 3186692"/>
              <a:gd name="connsiteX4" fmla="*/ 0 w 6022977"/>
              <a:gd name="connsiteY4" fmla="*/ 2927022 h 3186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22977" h="3186692">
                <a:moveTo>
                  <a:pt x="0" y="0"/>
                </a:moveTo>
                <a:lnTo>
                  <a:pt x="6022977" y="0"/>
                </a:lnTo>
                <a:lnTo>
                  <a:pt x="6022977" y="3186692"/>
                </a:lnTo>
                <a:lnTo>
                  <a:pt x="259603" y="3186692"/>
                </a:lnTo>
                <a:cubicBezTo>
                  <a:pt x="116229" y="3186692"/>
                  <a:pt x="0" y="3070434"/>
                  <a:pt x="0" y="292702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2EC27CD1-5270-B7CE-771E-E32E7448CE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56919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1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33674B03-BBF6-E5E3-46B0-CAD45AEB61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3" y="1"/>
            <a:ext cx="6021387" cy="6232525"/>
          </a:xfrm>
          <a:custGeom>
            <a:avLst/>
            <a:gdLst>
              <a:gd name="connsiteX0" fmla="*/ 0 w 6013449"/>
              <a:gd name="connsiteY0" fmla="*/ 0 h 6232525"/>
              <a:gd name="connsiteX1" fmla="*/ 6013449 w 6013449"/>
              <a:gd name="connsiteY1" fmla="*/ 0 h 6232525"/>
              <a:gd name="connsiteX2" fmla="*/ 6013449 w 6013449"/>
              <a:gd name="connsiteY2" fmla="*/ 6006494 h 6232525"/>
              <a:gd name="connsiteX3" fmla="*/ 5787418 w 6013449"/>
              <a:gd name="connsiteY3" fmla="*/ 6232525 h 6232525"/>
              <a:gd name="connsiteX4" fmla="*/ 0 w 6013449"/>
              <a:gd name="connsiteY4" fmla="*/ 6232525 h 623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3449" h="6232525">
                <a:moveTo>
                  <a:pt x="0" y="0"/>
                </a:moveTo>
                <a:lnTo>
                  <a:pt x="6013449" y="0"/>
                </a:lnTo>
                <a:lnTo>
                  <a:pt x="6013449" y="6006494"/>
                </a:lnTo>
                <a:cubicBezTo>
                  <a:pt x="6013449" y="6131327"/>
                  <a:pt x="5912251" y="6232525"/>
                  <a:pt x="5787418" y="6232525"/>
                </a:cubicBezTo>
                <a:lnTo>
                  <a:pt x="0" y="6232525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7D1E5732-4ED2-2AE4-06A5-E26CF11275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7012" y="444500"/>
            <a:ext cx="5400488" cy="3047998"/>
          </a:xfrm>
        </p:spPr>
        <p:txBody>
          <a:bodyPr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A93F46EE-74EF-D740-7B9E-EE0BA2109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1E1BE901-BB2E-5C8A-82BF-7CC80972DD20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E64E57CF-F1ED-709C-3AAB-BB164FD3FEC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9FB9B9AC-B231-D88B-5125-718C5E87F6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94663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Imagem 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33674B03-BBF6-E5E3-46B0-CAD45AEB61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13" y="1"/>
            <a:ext cx="6021387" cy="6232525"/>
          </a:xfrm>
          <a:custGeom>
            <a:avLst/>
            <a:gdLst>
              <a:gd name="connsiteX0" fmla="*/ 0 w 6013449"/>
              <a:gd name="connsiteY0" fmla="*/ 0 h 6232525"/>
              <a:gd name="connsiteX1" fmla="*/ 6013449 w 6013449"/>
              <a:gd name="connsiteY1" fmla="*/ 0 h 6232525"/>
              <a:gd name="connsiteX2" fmla="*/ 6013449 w 6013449"/>
              <a:gd name="connsiteY2" fmla="*/ 6006494 h 6232525"/>
              <a:gd name="connsiteX3" fmla="*/ 5787418 w 6013449"/>
              <a:gd name="connsiteY3" fmla="*/ 6232525 h 6232525"/>
              <a:gd name="connsiteX4" fmla="*/ 0 w 6013449"/>
              <a:gd name="connsiteY4" fmla="*/ 6232525 h 623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13449" h="6232525">
                <a:moveTo>
                  <a:pt x="0" y="0"/>
                </a:moveTo>
                <a:lnTo>
                  <a:pt x="6013449" y="0"/>
                </a:lnTo>
                <a:lnTo>
                  <a:pt x="6013449" y="6006494"/>
                </a:lnTo>
                <a:cubicBezTo>
                  <a:pt x="6013449" y="6131327"/>
                  <a:pt x="5912251" y="6232525"/>
                  <a:pt x="5787418" y="6232525"/>
                </a:cubicBezTo>
                <a:lnTo>
                  <a:pt x="0" y="623252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7D1E5732-4ED2-2AE4-06A5-E26CF11275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47012" y="444500"/>
            <a:ext cx="5400488" cy="3048000"/>
          </a:xfrm>
        </p:spPr>
        <p:txBody>
          <a:bodyPr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.</a:t>
            </a:r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A93F46EE-74EF-D740-7B9E-EE0BA2109F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1976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DA48807-B62F-4610-187A-BD9C2B55DFCD}"/>
              </a:ext>
            </a:extLst>
          </p:cNvPr>
          <p:cNvSpPr>
            <a:spLocks/>
          </p:cNvSpPr>
          <p:nvPr userDrawn="1"/>
        </p:nvSpPr>
        <p:spPr>
          <a:xfrm>
            <a:off x="-208547" y="-96254"/>
            <a:ext cx="12464715" cy="7170821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04A9FA-6E9F-CA11-F9CC-68F96D1FB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97000" y="905366"/>
            <a:ext cx="8572500" cy="26678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4280"/>
              </a:lnSpc>
              <a:buNone/>
              <a:defRPr sz="3600" b="1"/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.”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FD8A27-AE49-BE67-238A-0F877CF22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4102" y="4508500"/>
            <a:ext cx="2723398" cy="2519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/>
            </a:lvl1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65AF3491-8130-3308-D7CC-76E76A35B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F9856211-3ECA-5FDE-76BD-18F5014D0D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824684"/>
            <a:ext cx="603250" cy="266781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4280"/>
              </a:lnSpc>
              <a:buNone/>
              <a:defRPr sz="13800" b="1"/>
            </a:lvl1pPr>
          </a:lstStyle>
          <a:p>
            <a:pPr lvl="0"/>
            <a:r>
              <a:rPr lang="pt-BR" dirty="0"/>
              <a:t>“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9749F97-BBDB-9AAF-115A-8A72BF843A3D}"/>
              </a:ext>
            </a:extLst>
          </p:cNvPr>
          <p:cNvCxnSpPr>
            <a:cxnSpLocks/>
          </p:cNvCxnSpPr>
          <p:nvPr userDrawn="1"/>
        </p:nvCxnSpPr>
        <p:spPr>
          <a:xfrm flipV="1">
            <a:off x="766482" y="1460500"/>
            <a:ext cx="0" cy="3048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9">
            <a:extLst>
              <a:ext uri="{FF2B5EF4-FFF2-40B4-BE49-F238E27FC236}">
                <a16:creationId xmlns:a16="http://schemas.microsoft.com/office/drawing/2014/main" id="{F9107573-460B-354C-21C2-CD4F59376D1D}"/>
              </a:ext>
            </a:extLst>
          </p:cNvPr>
          <p:cNvCxnSpPr>
            <a:cxnSpLocks/>
          </p:cNvCxnSpPr>
          <p:nvPr userDrawn="1"/>
        </p:nvCxnSpPr>
        <p:spPr>
          <a:xfrm>
            <a:off x="322100" y="6345793"/>
            <a:ext cx="11420130" cy="0"/>
          </a:xfrm>
          <a:prstGeom prst="line">
            <a:avLst/>
          </a:prstGeom>
          <a:solidFill>
            <a:srgbClr val="008799"/>
          </a:solidFill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m 7">
            <a:extLst>
              <a:ext uri="{FF2B5EF4-FFF2-40B4-BE49-F238E27FC236}">
                <a16:creationId xmlns:a16="http://schemas.microsoft.com/office/drawing/2014/main" id="{61CF41CA-A874-63AB-DDD1-93538F990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097" b="31097"/>
          <a:stretch/>
        </p:blipFill>
        <p:spPr>
          <a:xfrm>
            <a:off x="224851" y="6378097"/>
            <a:ext cx="1042061" cy="392587"/>
          </a:xfrm>
          <a:prstGeom prst="rect">
            <a:avLst/>
          </a:prstGeom>
          <a:solidFill>
            <a:srgbClr val="008799"/>
          </a:solidFill>
        </p:spPr>
      </p:pic>
    </p:spTree>
    <p:extLst>
      <p:ext uri="{BB962C8B-B14F-4D97-AF65-F5344CB8AC3E}">
        <p14:creationId xmlns:p14="http://schemas.microsoft.com/office/powerpoint/2010/main" val="13023946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04A9FA-6E9F-CA11-F9CC-68F96D1FB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97000" y="905366"/>
            <a:ext cx="8572500" cy="266781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4280"/>
              </a:lnSpc>
              <a:buNone/>
              <a:defRPr sz="36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.”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FD8A27-AE49-BE67-238A-0F877CF22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4102" y="4508500"/>
            <a:ext cx="2723398" cy="2519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65AF3491-8130-3308-D7CC-76E76A35B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F9856211-3ECA-5FDE-76BD-18F5014D0D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4500" y="824684"/>
            <a:ext cx="603250" cy="2667816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ts val="4280"/>
              </a:lnSpc>
              <a:buNone/>
              <a:defRPr sz="138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“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D9749F97-BBDB-9AAF-115A-8A72BF843A3D}"/>
              </a:ext>
            </a:extLst>
          </p:cNvPr>
          <p:cNvCxnSpPr>
            <a:cxnSpLocks/>
          </p:cNvCxnSpPr>
          <p:nvPr userDrawn="1"/>
        </p:nvCxnSpPr>
        <p:spPr>
          <a:xfrm flipV="1">
            <a:off x="766482" y="1460500"/>
            <a:ext cx="0" cy="3048000"/>
          </a:xfrm>
          <a:prstGeom prst="line">
            <a:avLst/>
          </a:prstGeom>
          <a:ln w="12700">
            <a:solidFill>
              <a:srgbClr val="155F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3052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04A9FA-6E9F-CA11-F9CC-68F96D1FB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4483" y="1498191"/>
            <a:ext cx="8663032" cy="318286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4280"/>
              </a:lnSpc>
              <a:buNone/>
              <a:defRPr sz="3600" b="1"/>
            </a:lvl1pPr>
          </a:lstStyle>
          <a:p>
            <a:pPr lvl="0"/>
            <a:r>
              <a:rPr lang="pt-BR" dirty="0"/>
              <a:t>“Ti.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.”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FD8A27-AE49-BE67-238A-0F877CF22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8980" y="5055087"/>
            <a:ext cx="3094038" cy="2519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F29811D-FE81-9E63-37E5-C4AD65348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507167AC-03A7-AFB3-EB4D-92F1ED67B1C2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7DA39982-13E2-2D36-F8E8-2B45ACA2E34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Gráfico 5">
              <a:extLst>
                <a:ext uri="{FF2B5EF4-FFF2-40B4-BE49-F238E27FC236}">
                  <a16:creationId xmlns:a16="http://schemas.microsoft.com/office/drawing/2014/main" id="{25E74000-A61B-D0F0-5B38-762468C7B3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5924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04A9FA-6E9F-CA11-F9CC-68F96D1FB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4483" y="1498191"/>
            <a:ext cx="8663032" cy="318286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428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“Ti.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.”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FD8A27-AE49-BE67-238A-0F877CF22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8980" y="5055087"/>
            <a:ext cx="3094038" cy="2519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pt-BR" dirty="0"/>
              <a:t>Nome Sobrenome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F29811D-FE81-9E63-37E5-C4AD65348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03947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2ED8B57D-5CD4-D5DC-3A5D-F3C46F8E92A0}"/>
              </a:ext>
            </a:extLst>
          </p:cNvPr>
          <p:cNvGrpSpPr/>
          <p:nvPr userDrawn="1"/>
        </p:nvGrpSpPr>
        <p:grpSpPr>
          <a:xfrm>
            <a:off x="-1390" y="1653988"/>
            <a:ext cx="12193390" cy="4579677"/>
            <a:chOff x="1474338" y="840672"/>
            <a:chExt cx="11862042" cy="4455227"/>
          </a:xfrm>
          <a:solidFill>
            <a:srgbClr val="F5F5FF"/>
          </a:solidFill>
        </p:grpSpPr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id="{54658564-0598-CFD9-5B15-B6970D513835}"/>
                </a:ext>
              </a:extLst>
            </p:cNvPr>
            <p:cNvGrpSpPr/>
            <p:nvPr/>
          </p:nvGrpSpPr>
          <p:grpSpPr>
            <a:xfrm>
              <a:off x="1474338" y="840672"/>
              <a:ext cx="4450586" cy="4442247"/>
              <a:chOff x="2741613" y="-1552575"/>
              <a:chExt cx="9134475" cy="9117360"/>
            </a:xfrm>
            <a:grpFill/>
          </p:grpSpPr>
          <p:pic>
            <p:nvPicPr>
              <p:cNvPr id="14" name="Gráfico 13">
                <a:extLst>
                  <a:ext uri="{FF2B5EF4-FFF2-40B4-BE49-F238E27FC236}">
                    <a16:creationId xmlns:a16="http://schemas.microsoft.com/office/drawing/2014/main" id="{06CCD0EF-7E5B-E62B-878A-B536D7184BC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741613" y="-1552575"/>
                <a:ext cx="3048000" cy="6096000"/>
              </a:xfrm>
              <a:prstGeom prst="rect">
                <a:avLst/>
              </a:prstGeom>
            </p:spPr>
          </p:pic>
          <p:pic>
            <p:nvPicPr>
              <p:cNvPr id="15" name="Gráfico 14">
                <a:extLst>
                  <a:ext uri="{FF2B5EF4-FFF2-40B4-BE49-F238E27FC236}">
                    <a16:creationId xmlns:a16="http://schemas.microsoft.com/office/drawing/2014/main" id="{A2F32233-4E9C-6D4F-82CB-42D018ABFBB5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80088" y="1468785"/>
                <a:ext cx="3048000" cy="6096000"/>
              </a:xfrm>
              <a:prstGeom prst="rect">
                <a:avLst/>
              </a:prstGeom>
            </p:spPr>
          </p:pic>
          <p:pic>
            <p:nvPicPr>
              <p:cNvPr id="16" name="Gráfico 15">
                <a:extLst>
                  <a:ext uri="{FF2B5EF4-FFF2-40B4-BE49-F238E27FC236}">
                    <a16:creationId xmlns:a16="http://schemas.microsoft.com/office/drawing/2014/main" id="{4B420DDE-7E9B-03DC-D55F-A52E86320460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828088" y="-1477615"/>
                <a:ext cx="3048000" cy="6096000"/>
              </a:xfrm>
              <a:prstGeom prst="rect">
                <a:avLst/>
              </a:prstGeom>
            </p:spPr>
          </p:pic>
        </p:grpSp>
        <p:grpSp>
          <p:nvGrpSpPr>
            <p:cNvPr id="7" name="Agrupar 6">
              <a:extLst>
                <a:ext uri="{FF2B5EF4-FFF2-40B4-BE49-F238E27FC236}">
                  <a16:creationId xmlns:a16="http://schemas.microsoft.com/office/drawing/2014/main" id="{CA7CCB78-802B-B02A-F06B-BE828E3F2E60}"/>
                </a:ext>
              </a:extLst>
            </p:cNvPr>
            <p:cNvGrpSpPr/>
            <p:nvPr/>
          </p:nvGrpSpPr>
          <p:grpSpPr>
            <a:xfrm>
              <a:off x="5920283" y="840672"/>
              <a:ext cx="5935662" cy="4455227"/>
              <a:chOff x="-306387" y="-1552575"/>
              <a:chExt cx="12182475" cy="9144000"/>
            </a:xfrm>
            <a:grpFill/>
          </p:grpSpPr>
          <p:pic>
            <p:nvPicPr>
              <p:cNvPr id="9" name="Gráfico 8">
                <a:extLst>
                  <a:ext uri="{FF2B5EF4-FFF2-40B4-BE49-F238E27FC236}">
                    <a16:creationId xmlns:a16="http://schemas.microsoft.com/office/drawing/2014/main" id="{2991ACEF-DE9A-A127-C017-76FB9A6DD16B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306387" y="1495425"/>
                <a:ext cx="3048000" cy="6096000"/>
              </a:xfrm>
              <a:prstGeom prst="rect">
                <a:avLst/>
              </a:prstGeom>
            </p:spPr>
          </p:pic>
          <p:pic>
            <p:nvPicPr>
              <p:cNvPr id="10" name="Gráfico 9">
                <a:extLst>
                  <a:ext uri="{FF2B5EF4-FFF2-40B4-BE49-F238E27FC236}">
                    <a16:creationId xmlns:a16="http://schemas.microsoft.com/office/drawing/2014/main" id="{45EA565F-0A8E-0586-8EAB-11FB3925CCAD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741613" y="-1552575"/>
                <a:ext cx="3048000" cy="6096000"/>
              </a:xfrm>
              <a:prstGeom prst="rect">
                <a:avLst/>
              </a:prstGeom>
            </p:spPr>
          </p:pic>
          <p:pic>
            <p:nvPicPr>
              <p:cNvPr id="11" name="Gráfico 10">
                <a:extLst>
                  <a:ext uri="{FF2B5EF4-FFF2-40B4-BE49-F238E27FC236}">
                    <a16:creationId xmlns:a16="http://schemas.microsoft.com/office/drawing/2014/main" id="{891BF837-E301-AF21-4344-751A26D984AE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780088" y="1468785"/>
                <a:ext cx="3048000" cy="6096000"/>
              </a:xfrm>
              <a:prstGeom prst="rect">
                <a:avLst/>
              </a:prstGeom>
            </p:spPr>
          </p:pic>
          <p:pic>
            <p:nvPicPr>
              <p:cNvPr id="12" name="Gráfico 11">
                <a:extLst>
                  <a:ext uri="{FF2B5EF4-FFF2-40B4-BE49-F238E27FC236}">
                    <a16:creationId xmlns:a16="http://schemas.microsoft.com/office/drawing/2014/main" id="{634B6637-0E6F-A6C2-5352-8D7A941E7202}"/>
                  </a:ext>
                </a:extLst>
              </p:cNvPr>
              <p:cNvPicPr/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8828088" y="-1477615"/>
                <a:ext cx="3048000" cy="6096000"/>
              </a:xfrm>
              <a:prstGeom prst="rect">
                <a:avLst/>
              </a:prstGeom>
            </p:spPr>
          </p:pic>
        </p:grp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178AEC28-8734-FE32-F623-839F6D6AD25A}"/>
                </a:ext>
              </a:extLst>
            </p:cNvPr>
            <p:cNvPicPr/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1268"/>
            <a:stretch/>
          </p:blipFill>
          <p:spPr>
            <a:xfrm>
              <a:off x="11851304" y="2362272"/>
              <a:ext cx="1485076" cy="2932488"/>
            </a:xfrm>
            <a:prstGeom prst="rect">
              <a:avLst/>
            </a:prstGeom>
          </p:spPr>
        </p:pic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04A9FA-6E9F-CA11-F9CC-68F96D1FB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64483" y="1498191"/>
            <a:ext cx="8663032" cy="318286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ctr">
              <a:lnSpc>
                <a:spcPts val="4280"/>
              </a:lnSpc>
              <a:buNone/>
              <a:defRPr sz="3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“Ti.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.”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FD8A27-AE49-BE67-238A-0F877CF22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48980" y="5055087"/>
            <a:ext cx="3094038" cy="251975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pt-BR" dirty="0"/>
              <a:t>Nome Sobrenome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F29811D-FE81-9E63-37E5-C4AD65348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3674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8">
            <a:extLst>
              <a:ext uri="{FF2B5EF4-FFF2-40B4-BE49-F238E27FC236}">
                <a16:creationId xmlns:a16="http://schemas.microsoft.com/office/drawing/2014/main" id="{53A95BB2-B48C-9AB9-9DC1-4BDACCD06B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54500" y="444500"/>
            <a:ext cx="7493000" cy="5788025"/>
          </a:xfrm>
          <a:prstGeom prst="roundRect">
            <a:avLst>
              <a:gd name="adj" fmla="val 4025"/>
            </a:avLst>
          </a:prstGeo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A75C7-0CA3-071A-0478-27E8F9C27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Espaço Reservado para Texto 4">
            <a:extLst>
              <a:ext uri="{FF2B5EF4-FFF2-40B4-BE49-F238E27FC236}">
                <a16:creationId xmlns:a16="http://schemas.microsoft.com/office/drawing/2014/main" id="{92DEF788-BEE4-3A97-A2D6-7040856C91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5566762"/>
            <a:ext cx="2878138" cy="29583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BA5134E-0E3F-B68D-C864-281852BCA4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3683000" cy="4929183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“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.”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89DE91AF-3D38-6E22-0C2E-634C4B923B51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1161B906-3FAC-4658-5A0B-92B07C5264C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09F5C209-063A-78AB-5128-A0F6C2FDBF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12302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FD8A27-AE49-BE67-238A-0F877CF22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5516563"/>
            <a:ext cx="2878138" cy="295835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100"/>
            </a:lvl1pPr>
          </a:lstStyle>
          <a:p>
            <a:pPr lvl="0"/>
            <a:r>
              <a:rPr lang="pt-BR"/>
              <a:t>Nome Sobrenome</a:t>
            </a:r>
          </a:p>
        </p:txBody>
      </p:sp>
      <p:sp>
        <p:nvSpPr>
          <p:cNvPr id="4" name="Espaço Reservado para Imagem 8">
            <a:extLst>
              <a:ext uri="{FF2B5EF4-FFF2-40B4-BE49-F238E27FC236}">
                <a16:creationId xmlns:a16="http://schemas.microsoft.com/office/drawing/2014/main" id="{53A95BB2-B48C-9AB9-9DC1-4BDACCD06B0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54500" y="444500"/>
            <a:ext cx="7493000" cy="5788025"/>
          </a:xfrm>
          <a:prstGeom prst="roundRect">
            <a:avLst>
              <a:gd name="adj" fmla="val 4025"/>
            </a:avLst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A75C7-0CA3-071A-0478-27E8F9C27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2566A6-E5B1-203E-4153-5F242ED5F4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3683000" cy="4929188"/>
          </a:xfrm>
        </p:spPr>
        <p:txBody>
          <a:bodyPr>
            <a:noAutofit/>
          </a:bodyPr>
          <a:lstStyle>
            <a:lvl1pPr>
              <a:lnSpc>
                <a:spcPts val="4000"/>
              </a:lnSpc>
              <a:spcBef>
                <a:spcPts val="1000"/>
              </a:spcBef>
              <a:defRPr sz="3200"/>
            </a:lvl1pPr>
          </a:lstStyle>
          <a:p>
            <a:pPr lvl="0"/>
            <a:r>
              <a:rPr lang="pt-BR" dirty="0"/>
              <a:t>“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0017622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 Numb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CE487F2F-916A-545E-E457-280F615A72AF}"/>
              </a:ext>
            </a:extLst>
          </p:cNvPr>
          <p:cNvSpPr>
            <a:spLocks/>
          </p:cNvSpPr>
          <p:nvPr userDrawn="1"/>
        </p:nvSpPr>
        <p:spPr>
          <a:xfrm>
            <a:off x="-128337" y="-96253"/>
            <a:ext cx="12384505" cy="7026442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5D488E7-A207-3F3F-B4DE-E56AC57A8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7613" y="1526796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/>
            </a:lvl1pPr>
          </a:lstStyle>
          <a:p>
            <a:pPr lvl="0"/>
            <a:r>
              <a:rPr lang="pt-BR" dirty="0"/>
              <a:t>345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D730512-16C1-3D33-9786-35C31586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76923" y="1526796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mil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BF94A347-4270-FFD5-71B9-3C6E64D32A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7613" y="3489820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/>
            </a:lvl1pPr>
          </a:lstStyle>
          <a:p>
            <a:pPr lvl="0"/>
            <a:r>
              <a:rPr lang="pt-BR"/>
              <a:t>250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5FE8EF55-4A64-3AFC-9E1C-4BF796C4E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76923" y="3489820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mil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D0D2AC4-C846-73B5-3ED1-339179DF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7613" y="2994462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/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499BEA60-6873-5164-FACE-E55AC54AB2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7613" y="4940708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/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1A8159BF-715F-70E8-0F94-CF89575DB2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7000" y="1736317"/>
            <a:ext cx="5715000" cy="33024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2880"/>
              </a:lnSpc>
              <a:buNone/>
              <a:defRPr sz="2000"/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F0D7311-5328-AD70-11CA-02BC6CBC2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Big </a:t>
            </a:r>
            <a:r>
              <a:rPr lang="pt-BR" dirty="0" err="1"/>
              <a:t>Numbers</a:t>
            </a:r>
            <a:r>
              <a:rPr lang="pt-BR" dirty="0"/>
              <a:t> 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E7B2187-93A7-55FA-222A-6FE5FF5E7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2" name="Conector Reto 9">
            <a:extLst>
              <a:ext uri="{FF2B5EF4-FFF2-40B4-BE49-F238E27FC236}">
                <a16:creationId xmlns:a16="http://schemas.microsoft.com/office/drawing/2014/main" id="{36A95723-AB1C-9088-7DD3-2B1B4D20B644}"/>
              </a:ext>
            </a:extLst>
          </p:cNvPr>
          <p:cNvCxnSpPr>
            <a:cxnSpLocks/>
          </p:cNvCxnSpPr>
          <p:nvPr userDrawn="1"/>
        </p:nvCxnSpPr>
        <p:spPr>
          <a:xfrm>
            <a:off x="322100" y="6345793"/>
            <a:ext cx="11420130" cy="0"/>
          </a:xfrm>
          <a:prstGeom prst="line">
            <a:avLst/>
          </a:prstGeom>
          <a:solidFill>
            <a:srgbClr val="008799"/>
          </a:solidFill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B4933968-E156-0787-269C-ABAA31C560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097" b="31097"/>
          <a:stretch/>
        </p:blipFill>
        <p:spPr>
          <a:xfrm>
            <a:off x="224851" y="6378097"/>
            <a:ext cx="1042061" cy="392587"/>
          </a:xfrm>
          <a:prstGeom prst="rect">
            <a:avLst/>
          </a:prstGeom>
          <a:solidFill>
            <a:srgbClr val="008799"/>
          </a:solidFill>
        </p:spPr>
      </p:pic>
    </p:spTree>
    <p:extLst>
      <p:ext uri="{BB962C8B-B14F-4D97-AF65-F5344CB8AC3E}">
        <p14:creationId xmlns:p14="http://schemas.microsoft.com/office/powerpoint/2010/main" val="3294095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 Numb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5D488E7-A207-3F3F-B4DE-E56AC57A8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7613" y="1526796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345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D730512-16C1-3D33-9786-35C31586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76923" y="1526796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mil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BF94A347-4270-FFD5-71B9-3C6E64D32A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7613" y="3489820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250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5FE8EF55-4A64-3AFC-9E1C-4BF796C4E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76923" y="3489820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D0D2AC4-C846-73B5-3ED1-339179DF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7613" y="2994462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499BEA60-6873-5164-FACE-E55AC54AB2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17613" y="4940708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1A8159BF-715F-70E8-0F94-CF89575DB2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07000" y="1736317"/>
            <a:ext cx="5715000" cy="33024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2880"/>
              </a:lnSpc>
              <a:buNone/>
              <a:defRPr sz="20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F0D7311-5328-AD70-11CA-02BC6CBC2D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155F8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Big </a:t>
            </a:r>
            <a:r>
              <a:rPr lang="pt-BR" dirty="0" err="1"/>
              <a:t>Numbers</a:t>
            </a:r>
            <a:r>
              <a:rPr lang="pt-BR" dirty="0"/>
              <a:t> 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E7B2187-93A7-55FA-222A-6FE5FF5E7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887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E69DB279-E96A-B136-1F68-14766207B7FF}"/>
              </a:ext>
            </a:extLst>
          </p:cNvPr>
          <p:cNvSpPr>
            <a:spLocks/>
          </p:cNvSpPr>
          <p:nvPr userDrawn="1"/>
        </p:nvSpPr>
        <p:spPr>
          <a:xfrm>
            <a:off x="-128337" y="-96253"/>
            <a:ext cx="12384505" cy="7026442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04A9FA-6E9F-CA11-F9CC-68F96D1FB3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67438" y="993940"/>
            <a:ext cx="3445778" cy="57895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3880"/>
              </a:lnSpc>
              <a:buNone/>
              <a:defRPr sz="3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Big </a:t>
            </a:r>
            <a:r>
              <a:rPr lang="pt-BR" dirty="0" err="1"/>
              <a:t>Numbers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5D488E7-A207-3F3F-B4DE-E56AC57A8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563" y="754806"/>
            <a:ext cx="1570067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345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D730512-16C1-3D33-9786-35C31586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60630" y="796752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D0D2AC4-C846-73B5-3ED1-339179DF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2763" y="1079713"/>
            <a:ext cx="1963737" cy="5600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8C9B8D36-4C46-05B2-1FFD-C7B3D0E79A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3845" y="1675332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27F38C66-194F-B7EB-194B-D8C8FFCB93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563" y="2074401"/>
            <a:ext cx="1373187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9,5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A1171FEC-FEED-9BA5-F2E4-6A8F542877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8017" y="2116347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bi</a:t>
            </a:r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D5DE1E23-EFBC-C630-9145-264C71B4B6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2763" y="2399309"/>
            <a:ext cx="1963737" cy="56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17" name="Espaço Reservado para Texto 11">
            <a:extLst>
              <a:ext uri="{FF2B5EF4-FFF2-40B4-BE49-F238E27FC236}">
                <a16:creationId xmlns:a16="http://schemas.microsoft.com/office/drawing/2014/main" id="{7295D145-3976-FB25-A6E2-6FD8EB9F8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3845" y="2994927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26" name="Espaço Reservado para Texto 6">
            <a:extLst>
              <a:ext uri="{FF2B5EF4-FFF2-40B4-BE49-F238E27FC236}">
                <a16:creationId xmlns:a16="http://schemas.microsoft.com/office/drawing/2014/main" id="{41CEAD23-690A-FABF-BCDF-78A72C7390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0563" y="3391472"/>
            <a:ext cx="2825750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250</a:t>
            </a:r>
          </a:p>
        </p:txBody>
      </p:sp>
      <p:sp>
        <p:nvSpPr>
          <p:cNvPr id="27" name="Espaço Reservado para Texto 6">
            <a:extLst>
              <a:ext uri="{FF2B5EF4-FFF2-40B4-BE49-F238E27FC236}">
                <a16:creationId xmlns:a16="http://schemas.microsoft.com/office/drawing/2014/main" id="{C0ACA40D-2C9B-38D3-18A9-BFF6B45CAB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60630" y="3433418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5E24CCA8-1B02-F022-BAF2-F9F2021F40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52763" y="3716380"/>
            <a:ext cx="1963737" cy="5102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6C356238-7361-ED34-2CE6-600E3ED151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845" y="4311998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30" name="Espaço Reservado para Texto 6">
            <a:extLst>
              <a:ext uri="{FF2B5EF4-FFF2-40B4-BE49-F238E27FC236}">
                <a16:creationId xmlns:a16="http://schemas.microsoft.com/office/drawing/2014/main" id="{0F3D1BE0-6A58-AB17-FDC6-26B3277458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0563" y="4691766"/>
            <a:ext cx="2825750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345</a:t>
            </a:r>
          </a:p>
        </p:txBody>
      </p:sp>
      <p:sp>
        <p:nvSpPr>
          <p:cNvPr id="31" name="Espaço Reservado para Texto 6">
            <a:extLst>
              <a:ext uri="{FF2B5EF4-FFF2-40B4-BE49-F238E27FC236}">
                <a16:creationId xmlns:a16="http://schemas.microsoft.com/office/drawing/2014/main" id="{F9F8B9BE-EAB9-6D7F-FF2B-36E11FA317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60630" y="4733712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88CE583A-C287-2594-D6E0-76A87D2EE7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52763" y="5016674"/>
            <a:ext cx="1963737" cy="419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99E1B9F5-9211-B6DE-D57C-1B74B2DD19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3845" y="5612292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EC9AD4F9-0599-533B-25E7-70F0011E06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59500" y="1935682"/>
            <a:ext cx="2730500" cy="3813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80"/>
              </a:lnSpc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.</a:t>
            </a:r>
          </a:p>
        </p:txBody>
      </p:sp>
      <p:sp>
        <p:nvSpPr>
          <p:cNvPr id="37" name="Espaço Reservado para Texto 35">
            <a:extLst>
              <a:ext uri="{FF2B5EF4-FFF2-40B4-BE49-F238E27FC236}">
                <a16:creationId xmlns:a16="http://schemas.microsoft.com/office/drawing/2014/main" id="{711CF5E6-3B88-FDAE-C968-76DE83B209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5530" y="1935682"/>
            <a:ext cx="2601970" cy="3813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80"/>
              </a:lnSpc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3CA7F37-CF6B-62D8-87AD-AEFAAB473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cxnSp>
        <p:nvCxnSpPr>
          <p:cNvPr id="2" name="Conector Reto 9">
            <a:extLst>
              <a:ext uri="{FF2B5EF4-FFF2-40B4-BE49-F238E27FC236}">
                <a16:creationId xmlns:a16="http://schemas.microsoft.com/office/drawing/2014/main" id="{DBA6260F-BEC2-5A8A-CEBB-78030E474CCE}"/>
              </a:ext>
            </a:extLst>
          </p:cNvPr>
          <p:cNvCxnSpPr>
            <a:cxnSpLocks/>
          </p:cNvCxnSpPr>
          <p:nvPr userDrawn="1"/>
        </p:nvCxnSpPr>
        <p:spPr>
          <a:xfrm>
            <a:off x="322100" y="6345793"/>
            <a:ext cx="11420130" cy="0"/>
          </a:xfrm>
          <a:prstGeom prst="line">
            <a:avLst/>
          </a:prstGeom>
          <a:solidFill>
            <a:srgbClr val="008799"/>
          </a:solidFill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E4C5A3E4-C80B-FE2F-A30C-6AF3A47590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1097" b="31097"/>
          <a:stretch/>
        </p:blipFill>
        <p:spPr>
          <a:xfrm>
            <a:off x="224851" y="6378097"/>
            <a:ext cx="1042061" cy="392587"/>
          </a:xfrm>
          <a:prstGeom prst="rect">
            <a:avLst/>
          </a:prstGeom>
          <a:solidFill>
            <a:srgbClr val="008799"/>
          </a:solidFill>
        </p:spPr>
      </p:pic>
    </p:spTree>
    <p:extLst>
      <p:ext uri="{BB962C8B-B14F-4D97-AF65-F5344CB8AC3E}">
        <p14:creationId xmlns:p14="http://schemas.microsoft.com/office/powerpoint/2010/main" val="3588395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 Numb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5D488E7-A207-3F3F-B4DE-E56AC57A8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0563" y="754806"/>
            <a:ext cx="1570067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345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D730512-16C1-3D33-9786-35C31586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60630" y="796752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D0D2AC4-C846-73B5-3ED1-339179DF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52763" y="1079713"/>
            <a:ext cx="1963737" cy="56008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5" name="Espaço Reservado para Texto 11">
            <a:extLst>
              <a:ext uri="{FF2B5EF4-FFF2-40B4-BE49-F238E27FC236}">
                <a16:creationId xmlns:a16="http://schemas.microsoft.com/office/drawing/2014/main" id="{8C9B8D36-4C46-05B2-1FFD-C7B3D0E79A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3845" y="1675332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6" name="Espaço Reservado para Texto 6">
            <a:extLst>
              <a:ext uri="{FF2B5EF4-FFF2-40B4-BE49-F238E27FC236}">
                <a16:creationId xmlns:a16="http://schemas.microsoft.com/office/drawing/2014/main" id="{27F38C66-194F-B7EB-194B-D8C8FFCB93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0563" y="2074401"/>
            <a:ext cx="1373187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9,5</a:t>
            </a:r>
          </a:p>
        </p:txBody>
      </p:sp>
      <p:sp>
        <p:nvSpPr>
          <p:cNvPr id="11" name="Espaço Reservado para Texto 6">
            <a:extLst>
              <a:ext uri="{FF2B5EF4-FFF2-40B4-BE49-F238E27FC236}">
                <a16:creationId xmlns:a16="http://schemas.microsoft.com/office/drawing/2014/main" id="{A1171FEC-FEED-9BA5-F2E4-6A8F542877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8017" y="2116347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bi</a:t>
            </a:r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D5DE1E23-EFBC-C630-9145-264C71B4B6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52763" y="2399309"/>
            <a:ext cx="1963737" cy="56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17" name="Espaço Reservado para Texto 11">
            <a:extLst>
              <a:ext uri="{FF2B5EF4-FFF2-40B4-BE49-F238E27FC236}">
                <a16:creationId xmlns:a16="http://schemas.microsoft.com/office/drawing/2014/main" id="{7295D145-3976-FB25-A6E2-6FD8EB9F84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3845" y="2994927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26" name="Espaço Reservado para Texto 6">
            <a:extLst>
              <a:ext uri="{FF2B5EF4-FFF2-40B4-BE49-F238E27FC236}">
                <a16:creationId xmlns:a16="http://schemas.microsoft.com/office/drawing/2014/main" id="{41CEAD23-690A-FABF-BCDF-78A72C7390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90563" y="3391472"/>
            <a:ext cx="2825750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250</a:t>
            </a:r>
          </a:p>
        </p:txBody>
      </p:sp>
      <p:sp>
        <p:nvSpPr>
          <p:cNvPr id="27" name="Espaço Reservado para Texto 6">
            <a:extLst>
              <a:ext uri="{FF2B5EF4-FFF2-40B4-BE49-F238E27FC236}">
                <a16:creationId xmlns:a16="http://schemas.microsoft.com/office/drawing/2014/main" id="{C0ACA40D-2C9B-38D3-18A9-BFF6B45CABD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60630" y="3433418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5E24CCA8-1B02-F022-BAF2-F9F2021F40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052763" y="3716380"/>
            <a:ext cx="1963737" cy="5102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29" name="Espaço Reservado para Texto 11">
            <a:extLst>
              <a:ext uri="{FF2B5EF4-FFF2-40B4-BE49-F238E27FC236}">
                <a16:creationId xmlns:a16="http://schemas.microsoft.com/office/drawing/2014/main" id="{6C356238-7361-ED34-2CE6-600E3ED1519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845" y="4311998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30" name="Espaço Reservado para Texto 6">
            <a:extLst>
              <a:ext uri="{FF2B5EF4-FFF2-40B4-BE49-F238E27FC236}">
                <a16:creationId xmlns:a16="http://schemas.microsoft.com/office/drawing/2014/main" id="{0F3D1BE0-6A58-AB17-FDC6-26B3277458F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0563" y="4691766"/>
            <a:ext cx="2825750" cy="868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2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345</a:t>
            </a:r>
          </a:p>
        </p:txBody>
      </p:sp>
      <p:sp>
        <p:nvSpPr>
          <p:cNvPr id="31" name="Espaço Reservado para Texto 6">
            <a:extLst>
              <a:ext uri="{FF2B5EF4-FFF2-40B4-BE49-F238E27FC236}">
                <a16:creationId xmlns:a16="http://schemas.microsoft.com/office/drawing/2014/main" id="{F9F8B9BE-EAB9-6D7F-FF2B-36E11FA317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60630" y="4733712"/>
            <a:ext cx="1139577" cy="82627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2800" b="1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32" name="Espaço Reservado para Texto 11">
            <a:extLst>
              <a:ext uri="{FF2B5EF4-FFF2-40B4-BE49-F238E27FC236}">
                <a16:creationId xmlns:a16="http://schemas.microsoft.com/office/drawing/2014/main" id="{88CE583A-C287-2594-D6E0-76A87D2EE7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52763" y="5016674"/>
            <a:ext cx="1963737" cy="4193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r>
              <a:rPr lang="pt-BR"/>
              <a:t> </a:t>
            </a:r>
            <a:r>
              <a:rPr lang="pt-BR" err="1"/>
              <a:t>etiam</a:t>
            </a:r>
            <a:r>
              <a:rPr lang="pt-BR"/>
              <a:t> te </a:t>
            </a:r>
            <a:r>
              <a:rPr lang="pt-BR" err="1"/>
              <a:t>omno</a:t>
            </a:r>
            <a:r>
              <a:rPr lang="pt-BR"/>
              <a:t>. Cate </a:t>
            </a:r>
            <a:r>
              <a:rPr lang="pt-BR" err="1"/>
              <a:t>aucta</a:t>
            </a:r>
            <a:r>
              <a:rPr lang="pt-BR"/>
              <a:t>, </a:t>
            </a:r>
            <a:r>
              <a:rPr lang="pt-BR" err="1"/>
              <a:t>quas</a:t>
            </a:r>
            <a:r>
              <a:rPr lang="pt-BR"/>
              <a:t> </a:t>
            </a:r>
            <a:r>
              <a:rPr lang="pt-BR" err="1"/>
              <a:t>co</a:t>
            </a:r>
            <a:r>
              <a:rPr lang="pt-BR"/>
              <a:t> </a:t>
            </a:r>
            <a:r>
              <a:rPr lang="pt-BR" err="1"/>
              <a:t>morum</a:t>
            </a:r>
            <a:r>
              <a:rPr lang="pt-BR"/>
              <a:t> et </a:t>
            </a:r>
            <a:r>
              <a:rPr lang="pt-BR" err="1"/>
              <a:t>Catis</a:t>
            </a:r>
            <a:r>
              <a:rPr lang="pt-BR"/>
              <a:t>.</a:t>
            </a:r>
          </a:p>
        </p:txBody>
      </p:sp>
      <p:sp>
        <p:nvSpPr>
          <p:cNvPr id="33" name="Espaço Reservado para Texto 11">
            <a:extLst>
              <a:ext uri="{FF2B5EF4-FFF2-40B4-BE49-F238E27FC236}">
                <a16:creationId xmlns:a16="http://schemas.microsoft.com/office/drawing/2014/main" id="{99E1B9F5-9211-B6DE-D57C-1B74B2DD197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3845" y="5612292"/>
            <a:ext cx="2348918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EC9AD4F9-0599-533B-25E7-70F0011E06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59500" y="1935682"/>
            <a:ext cx="2730500" cy="3813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80"/>
              </a:lnSpc>
              <a:buNone/>
              <a:defRPr sz="14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.</a:t>
            </a:r>
          </a:p>
        </p:txBody>
      </p:sp>
      <p:sp>
        <p:nvSpPr>
          <p:cNvPr id="37" name="Espaço Reservado para Texto 35">
            <a:extLst>
              <a:ext uri="{FF2B5EF4-FFF2-40B4-BE49-F238E27FC236}">
                <a16:creationId xmlns:a16="http://schemas.microsoft.com/office/drawing/2014/main" id="{711CF5E6-3B88-FDAE-C968-76DE83B209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5530" y="1935682"/>
            <a:ext cx="2601970" cy="3813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880"/>
              </a:lnSpc>
              <a:buNone/>
              <a:defRPr sz="1400"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 </a:t>
            </a:r>
            <a:r>
              <a:rPr lang="pt-BR" dirty="0" err="1"/>
              <a:t>Valica</a:t>
            </a:r>
            <a:r>
              <a:rPr lang="pt-BR" dirty="0"/>
              <a:t> </a:t>
            </a:r>
            <a:r>
              <a:rPr lang="pt-BR" dirty="0" err="1"/>
              <a:t>viderfi</a:t>
            </a:r>
            <a:r>
              <a:rPr lang="pt-BR" dirty="0"/>
              <a:t> </a:t>
            </a:r>
            <a:r>
              <a:rPr lang="pt-BR" dirty="0" err="1"/>
              <a:t>rimusultore</a:t>
            </a:r>
            <a:r>
              <a:rPr lang="pt-BR" dirty="0"/>
              <a:t> </a:t>
            </a:r>
            <a:r>
              <a:rPr lang="pt-BR" dirty="0" err="1"/>
              <a:t>duc</a:t>
            </a:r>
            <a:r>
              <a:rPr lang="pt-BR" dirty="0"/>
              <a:t> </a:t>
            </a:r>
            <a:r>
              <a:rPr lang="pt-BR" dirty="0" err="1"/>
              <a:t>verum</a:t>
            </a:r>
            <a:r>
              <a:rPr lang="pt-BR" dirty="0"/>
              <a:t> </a:t>
            </a:r>
            <a:r>
              <a:rPr lang="pt-BR" dirty="0" err="1"/>
              <a:t>larbis</a:t>
            </a:r>
            <a:r>
              <a:rPr lang="pt-BR" dirty="0"/>
              <a:t>, </a:t>
            </a:r>
            <a:r>
              <a:rPr lang="pt-BR" dirty="0" err="1"/>
              <a:t>uterude</a:t>
            </a:r>
            <a:r>
              <a:rPr lang="pt-BR" dirty="0"/>
              <a:t> </a:t>
            </a:r>
            <a:r>
              <a:rPr lang="pt-BR" dirty="0" err="1"/>
              <a:t>stimus</a:t>
            </a:r>
            <a:r>
              <a:rPr lang="pt-BR" dirty="0"/>
              <a:t>, </a:t>
            </a:r>
            <a:r>
              <a:rPr lang="pt-BR" dirty="0" err="1"/>
              <a:t>nessing</a:t>
            </a:r>
            <a:r>
              <a:rPr lang="pt-BR" dirty="0"/>
              <a:t> </a:t>
            </a:r>
            <a:r>
              <a:rPr lang="pt-BR" dirty="0" err="1"/>
              <a:t>uliceritum</a:t>
            </a:r>
            <a:r>
              <a:rPr lang="pt-BR" dirty="0"/>
              <a:t> es </a:t>
            </a:r>
            <a:r>
              <a:rPr lang="pt-BR" dirty="0" err="1"/>
              <a:t>faccis</a:t>
            </a:r>
            <a:r>
              <a:rPr lang="pt-BR" dirty="0"/>
              <a:t> </a:t>
            </a:r>
            <a:r>
              <a:rPr lang="pt-BR" dirty="0" err="1"/>
              <a:t>occivem</a:t>
            </a:r>
            <a:r>
              <a:rPr lang="pt-BR" dirty="0"/>
              <a:t> </a:t>
            </a:r>
            <a:r>
              <a:rPr lang="pt-BR" dirty="0" err="1"/>
              <a:t>inequi</a:t>
            </a:r>
            <a:r>
              <a:rPr lang="pt-BR" dirty="0"/>
              <a:t> </a:t>
            </a:r>
            <a:r>
              <a:rPr lang="pt-BR" dirty="0" err="1"/>
              <a:t>senihi</a:t>
            </a:r>
            <a:r>
              <a:rPr lang="pt-BR" dirty="0"/>
              <a:t>, </a:t>
            </a:r>
            <a:r>
              <a:rPr lang="pt-BR" dirty="0" err="1"/>
              <a:t>periben</a:t>
            </a:r>
            <a:r>
              <a:rPr lang="pt-BR" dirty="0"/>
              <a:t> </a:t>
            </a:r>
            <a:r>
              <a:rPr lang="pt-BR" dirty="0" err="1"/>
              <a:t>siliusqua</a:t>
            </a:r>
            <a:r>
              <a:rPr lang="pt-BR" dirty="0"/>
              <a:t> rebem </a:t>
            </a:r>
            <a:r>
              <a:rPr lang="pt-BR" dirty="0" err="1"/>
              <a:t>moerum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3CA7F37-CF6B-62D8-87AD-AEFAAB473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2ED3DA9B-3357-E8EB-2C17-151D7910B7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3436" y="974703"/>
            <a:ext cx="5564064" cy="553779"/>
          </a:xfrm>
        </p:spPr>
        <p:txBody>
          <a:bodyPr/>
          <a:lstStyle>
            <a:lvl1pPr>
              <a:defRPr>
                <a:solidFill>
                  <a:srgbClr val="155F82"/>
                </a:solidFill>
              </a:defRPr>
            </a:lvl1pPr>
          </a:lstStyle>
          <a:p>
            <a:pPr lvl="0"/>
            <a:r>
              <a:rPr lang="pt-BR" dirty="0"/>
              <a:t>Big </a:t>
            </a:r>
            <a:r>
              <a:rPr lang="pt-BR" dirty="0" err="1"/>
              <a:t>Numbers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19389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 Number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EF522E4-B8E2-1BFF-5F77-39D5F5B75915}"/>
              </a:ext>
            </a:extLst>
          </p:cNvPr>
          <p:cNvSpPr/>
          <p:nvPr userDrawn="1"/>
        </p:nvSpPr>
        <p:spPr>
          <a:xfrm>
            <a:off x="7156451" y="0"/>
            <a:ext cx="5035550" cy="62325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1BA3B9F-2795-E6A3-DCAD-0E7CA3D5D3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8571"/>
          <a:stretch/>
        </p:blipFill>
        <p:spPr>
          <a:xfrm>
            <a:off x="7156450" y="0"/>
            <a:ext cx="4780251" cy="6230805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5D488E7-A207-3F3F-B4DE-E56AC57A8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2936" y="1363240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345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D730512-16C1-3D33-9786-35C31586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32246" y="1363240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rgbClr val="BA39E4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BF94A347-4270-FFD5-71B9-3C6E64D32A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72936" y="3326264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>
                <a:solidFill>
                  <a:srgbClr val="5E22F3"/>
                </a:solidFill>
              </a:defRPr>
            </a:lvl1pPr>
          </a:lstStyle>
          <a:p>
            <a:pPr lvl="0"/>
            <a:r>
              <a:rPr lang="pt-BR"/>
              <a:t>250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5FE8EF55-4A64-3AFC-9E1C-4BF796C4E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2246" y="3326264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rgbClr val="BA39E4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D0D2AC4-C846-73B5-3ED1-339179DF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2936" y="2830906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6B6B8A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499BEA60-6873-5164-FACE-E55AC54AB2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2936" y="4777152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rgbClr val="6B6B8A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1A8159BF-715F-70E8-0F94-CF89575DB2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500" y="1736317"/>
            <a:ext cx="5294836" cy="33024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2880"/>
              </a:lnSpc>
              <a:buNone/>
              <a:defRPr sz="1800"/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CF5487A-018F-199B-AED8-3CB69D834D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6540500" cy="55377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dirty="0"/>
              <a:t>Big </a:t>
            </a:r>
            <a:r>
              <a:rPr lang="pt-BR" dirty="0" err="1"/>
              <a:t>Numbers</a:t>
            </a:r>
            <a:endParaRPr lang="pt-BR" dirty="0"/>
          </a:p>
        </p:txBody>
      </p:sp>
      <p:sp>
        <p:nvSpPr>
          <p:cNvPr id="11" name="Espaço Reservado para Número de Slide 5">
            <a:extLst>
              <a:ext uri="{FF2B5EF4-FFF2-40B4-BE49-F238E27FC236}">
                <a16:creationId xmlns:a16="http://schemas.microsoft.com/office/drawing/2014/main" id="{B93242A1-D8E8-4CBE-169F-F6F2D4072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A7132C20-A423-ADE6-5D67-5AEF3F9C3B97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85832B90-A2DB-00E6-146A-6EAC9E013B4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44D1CF68-444C-1D25-C529-0D037ED52B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0482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 Number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EF522E4-B8E2-1BFF-5F77-39D5F5B75915}"/>
              </a:ext>
            </a:extLst>
          </p:cNvPr>
          <p:cNvSpPr/>
          <p:nvPr userDrawn="1"/>
        </p:nvSpPr>
        <p:spPr>
          <a:xfrm>
            <a:off x="7156451" y="0"/>
            <a:ext cx="5035550" cy="6232525"/>
          </a:xfrm>
          <a:prstGeom prst="rect">
            <a:avLst/>
          </a:prstGeom>
          <a:solidFill>
            <a:srgbClr val="4810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1BA3B9F-2795-E6A3-DCAD-0E7CA3D5D3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8571"/>
          <a:stretch/>
        </p:blipFill>
        <p:spPr>
          <a:xfrm>
            <a:off x="7156450" y="0"/>
            <a:ext cx="4780251" cy="6230805"/>
          </a:xfrm>
          <a:prstGeom prst="rect">
            <a:avLst/>
          </a:prstGeom>
        </p:spPr>
      </p:pic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5D488E7-A207-3F3F-B4DE-E56AC57A83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2936" y="1363240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345</a:t>
            </a:r>
          </a:p>
        </p:txBody>
      </p:sp>
      <p:sp>
        <p:nvSpPr>
          <p:cNvPr id="8" name="Espaço Reservado para Texto 6">
            <a:extLst>
              <a:ext uri="{FF2B5EF4-FFF2-40B4-BE49-F238E27FC236}">
                <a16:creationId xmlns:a16="http://schemas.microsoft.com/office/drawing/2014/main" id="{4D730512-16C1-3D33-9786-35C31586E0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532246" y="1363240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pt-BR" dirty="0"/>
              <a:t>mil</a:t>
            </a:r>
          </a:p>
        </p:txBody>
      </p:sp>
      <p:sp>
        <p:nvSpPr>
          <p:cNvPr id="9" name="Espaço Reservado para Texto 6">
            <a:extLst>
              <a:ext uri="{FF2B5EF4-FFF2-40B4-BE49-F238E27FC236}">
                <a16:creationId xmlns:a16="http://schemas.microsoft.com/office/drawing/2014/main" id="{BF94A347-4270-FFD5-71B9-3C6E64D32A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72936" y="3326264"/>
            <a:ext cx="2825750" cy="146886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250</a:t>
            </a:r>
          </a:p>
        </p:txBody>
      </p:sp>
      <p:sp>
        <p:nvSpPr>
          <p:cNvPr id="10" name="Espaço Reservado para Texto 6">
            <a:extLst>
              <a:ext uri="{FF2B5EF4-FFF2-40B4-BE49-F238E27FC236}">
                <a16:creationId xmlns:a16="http://schemas.microsoft.com/office/drawing/2014/main" id="{5FE8EF55-4A64-3AFC-9E1C-4BF796C4E1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32246" y="3326264"/>
            <a:ext cx="1139577" cy="142691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pt-BR"/>
              <a:t>mil</a:t>
            </a:r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3D0D2AC4-C846-73B5-3ED1-339179DF8A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72936" y="2830906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3" name="Espaço Reservado para Texto 11">
            <a:extLst>
              <a:ext uri="{FF2B5EF4-FFF2-40B4-BE49-F238E27FC236}">
                <a16:creationId xmlns:a16="http://schemas.microsoft.com/office/drawing/2014/main" id="{499BEA60-6873-5164-FACE-E55AC54AB24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72936" y="4777152"/>
            <a:ext cx="3432175" cy="2603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Ella more, </a:t>
            </a:r>
            <a:r>
              <a:rPr lang="pt-BR" err="1"/>
              <a:t>nius</a:t>
            </a:r>
            <a:r>
              <a:rPr lang="pt-BR"/>
              <a:t>, </a:t>
            </a:r>
            <a:r>
              <a:rPr lang="pt-BR" err="1"/>
              <a:t>Catquonsimo</a:t>
            </a:r>
            <a:r>
              <a:rPr lang="pt-BR"/>
              <a:t> </a:t>
            </a:r>
            <a:r>
              <a:rPr lang="pt-BR" err="1"/>
              <a:t>audet</a:t>
            </a:r>
            <a:endParaRPr lang="pt-BR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1A8159BF-715F-70E8-0F94-CF89575DB2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500" y="1736317"/>
            <a:ext cx="5294836" cy="33024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ts val="288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pt-BR" dirty="0"/>
              <a:t>Ti. </a:t>
            </a:r>
            <a:r>
              <a:rPr lang="pt-BR" dirty="0" err="1"/>
              <a:t>Fulerum</a:t>
            </a:r>
            <a:r>
              <a:rPr lang="pt-BR" dirty="0"/>
              <a:t>. Mis </a:t>
            </a:r>
            <a:r>
              <a:rPr lang="pt-BR" dirty="0" err="1"/>
              <a:t>arehene</a:t>
            </a:r>
            <a:r>
              <a:rPr lang="pt-BR" dirty="0"/>
              <a:t> </a:t>
            </a:r>
            <a:r>
              <a:rPr lang="pt-BR" dirty="0" err="1"/>
              <a:t>ficurorum</a:t>
            </a:r>
            <a:r>
              <a:rPr lang="pt-BR" dirty="0"/>
              <a:t>, </a:t>
            </a:r>
            <a:r>
              <a:rPr lang="pt-BR" dirty="0" err="1"/>
              <a:t>furnultodin</a:t>
            </a:r>
            <a:r>
              <a:rPr lang="pt-BR" dirty="0"/>
              <a:t> </a:t>
            </a:r>
            <a:r>
              <a:rPr lang="pt-BR" dirty="0" err="1"/>
              <a:t>trortem</a:t>
            </a:r>
            <a:r>
              <a:rPr lang="pt-BR" dirty="0"/>
              <a:t> </a:t>
            </a:r>
            <a:r>
              <a:rPr lang="pt-BR" dirty="0" err="1"/>
              <a:t>hac</a:t>
            </a:r>
            <a:r>
              <a:rPr lang="pt-BR" dirty="0"/>
              <a:t> </a:t>
            </a:r>
            <a:r>
              <a:rPr lang="pt-BR" dirty="0" err="1"/>
              <a:t>rebuncl</a:t>
            </a:r>
            <a:r>
              <a:rPr lang="pt-BR" dirty="0"/>
              <a:t> </a:t>
            </a:r>
            <a:r>
              <a:rPr lang="pt-BR" dirty="0" err="1"/>
              <a:t>arideessum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tem </a:t>
            </a:r>
            <a:r>
              <a:rPr lang="pt-BR" dirty="0" err="1"/>
              <a:t>noste</a:t>
            </a:r>
            <a:r>
              <a:rPr lang="pt-BR" dirty="0"/>
              <a:t> </a:t>
            </a:r>
            <a:r>
              <a:rPr lang="pt-BR" dirty="0" err="1"/>
              <a:t>fur</a:t>
            </a:r>
            <a:r>
              <a:rPr lang="pt-BR" dirty="0"/>
              <a:t>. Sp. </a:t>
            </a:r>
            <a:r>
              <a:rPr lang="pt-BR" dirty="0" err="1"/>
              <a:t>Scibus</a:t>
            </a:r>
            <a:r>
              <a:rPr lang="pt-BR" dirty="0"/>
              <a:t>? Go </a:t>
            </a:r>
            <a:r>
              <a:rPr lang="pt-BR" dirty="0" err="1"/>
              <a:t>conduceris</a:t>
            </a:r>
            <a:r>
              <a:rPr lang="pt-BR" dirty="0"/>
              <a:t> </a:t>
            </a:r>
            <a:r>
              <a:rPr lang="pt-BR" dirty="0" err="1"/>
              <a:t>publin</a:t>
            </a:r>
            <a:r>
              <a:rPr lang="pt-BR" dirty="0"/>
              <a:t> </a:t>
            </a:r>
            <a:r>
              <a:rPr lang="pt-BR" dirty="0" err="1"/>
              <a:t>dit</a:t>
            </a:r>
            <a:r>
              <a:rPr lang="pt-BR" dirty="0"/>
              <a:t>. </a:t>
            </a:r>
            <a:r>
              <a:rPr lang="pt-BR" dirty="0" err="1"/>
              <a:t>Simodisus</a:t>
            </a:r>
            <a:r>
              <a:rPr lang="pt-BR" dirty="0"/>
              <a:t> </a:t>
            </a:r>
            <a:r>
              <a:rPr lang="pt-BR" dirty="0" err="1"/>
              <a:t>adhus</a:t>
            </a:r>
            <a:r>
              <a:rPr lang="pt-BR" dirty="0"/>
              <a:t> </a:t>
            </a:r>
            <a:r>
              <a:rPr lang="pt-BR" dirty="0" err="1"/>
              <a:t>viveheb</a:t>
            </a:r>
            <a:r>
              <a:rPr lang="pt-BR" dirty="0"/>
              <a:t> </a:t>
            </a:r>
            <a:r>
              <a:rPr lang="pt-BR" dirty="0" err="1"/>
              <a:t>atalis</a:t>
            </a:r>
            <a:r>
              <a:rPr lang="pt-BR" dirty="0"/>
              <a:t> pro C. Et </a:t>
            </a:r>
            <a:r>
              <a:rPr lang="pt-BR" dirty="0" err="1"/>
              <a:t>Cast</a:t>
            </a:r>
            <a:r>
              <a:rPr lang="pt-BR" dirty="0"/>
              <a:t>? </a:t>
            </a:r>
            <a:r>
              <a:rPr lang="pt-BR" dirty="0" err="1"/>
              <a:t>Ceri</a:t>
            </a:r>
            <a:r>
              <a:rPr lang="pt-BR" dirty="0"/>
              <a:t> </a:t>
            </a:r>
            <a:r>
              <a:rPr lang="pt-BR" dirty="0" err="1"/>
              <a:t>patilis</a:t>
            </a:r>
            <a:r>
              <a:rPr lang="pt-BR" dirty="0"/>
              <a:t>, </a:t>
            </a:r>
            <a:r>
              <a:rPr lang="pt-BR" dirty="0" err="1"/>
              <a:t>quit</a:t>
            </a:r>
            <a:r>
              <a:rPr lang="pt-BR" dirty="0"/>
              <a:t>? Ella more, </a:t>
            </a:r>
            <a:r>
              <a:rPr lang="pt-BR" dirty="0" err="1"/>
              <a:t>nius</a:t>
            </a:r>
            <a:r>
              <a:rPr lang="pt-BR" dirty="0"/>
              <a:t>, </a:t>
            </a:r>
            <a:r>
              <a:rPr lang="pt-BR" dirty="0" err="1"/>
              <a:t>Catquonsimo</a:t>
            </a:r>
            <a:r>
              <a:rPr lang="pt-BR" dirty="0"/>
              <a:t> </a:t>
            </a:r>
            <a:r>
              <a:rPr lang="pt-BR" dirty="0" err="1"/>
              <a:t>audet</a:t>
            </a:r>
            <a:r>
              <a:rPr lang="pt-BR" dirty="0"/>
              <a:t> </a:t>
            </a:r>
            <a:r>
              <a:rPr lang="pt-BR" dirty="0" err="1"/>
              <a:t>etiam</a:t>
            </a:r>
            <a:r>
              <a:rPr lang="pt-BR" dirty="0"/>
              <a:t> te </a:t>
            </a:r>
            <a:r>
              <a:rPr lang="pt-BR" dirty="0" err="1"/>
              <a:t>omno</a:t>
            </a:r>
            <a:r>
              <a:rPr lang="pt-BR" dirty="0"/>
              <a:t>. Cate </a:t>
            </a:r>
            <a:r>
              <a:rPr lang="pt-BR" dirty="0" err="1"/>
              <a:t>aucta</a:t>
            </a:r>
            <a:r>
              <a:rPr lang="pt-BR" dirty="0"/>
              <a:t>, </a:t>
            </a:r>
            <a:r>
              <a:rPr lang="pt-BR" dirty="0" err="1"/>
              <a:t>quas</a:t>
            </a:r>
            <a:r>
              <a:rPr lang="pt-BR" dirty="0"/>
              <a:t> </a:t>
            </a:r>
            <a:r>
              <a:rPr lang="pt-BR" dirty="0" err="1"/>
              <a:t>co</a:t>
            </a:r>
            <a:r>
              <a:rPr lang="pt-BR" dirty="0"/>
              <a:t> </a:t>
            </a:r>
            <a:r>
              <a:rPr lang="pt-BR" dirty="0" err="1"/>
              <a:t>morum</a:t>
            </a:r>
            <a:r>
              <a:rPr lang="pt-BR" dirty="0"/>
              <a:t> et </a:t>
            </a:r>
            <a:r>
              <a:rPr lang="pt-BR" dirty="0" err="1"/>
              <a:t>Catis</a:t>
            </a:r>
            <a:r>
              <a:rPr lang="pt-BR" dirty="0"/>
              <a:t>. </a:t>
            </a:r>
            <a:r>
              <a:rPr lang="pt-BR" dirty="0" err="1"/>
              <a:t>Gulegit</a:t>
            </a:r>
            <a:r>
              <a:rPr lang="pt-BR" dirty="0"/>
              <a:t>; </a:t>
            </a:r>
            <a:r>
              <a:rPr lang="pt-BR" dirty="0" err="1"/>
              <a:t>nondees</a:t>
            </a:r>
            <a:r>
              <a:rPr lang="pt-BR" dirty="0"/>
              <a:t> </a:t>
            </a:r>
            <a:r>
              <a:rPr lang="pt-BR" dirty="0" err="1"/>
              <a:t>critempl</a:t>
            </a:r>
            <a:r>
              <a:rPr lang="pt-BR" dirty="0"/>
              <a:t>. Sp.</a:t>
            </a:r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1CF5487A-018F-199B-AED8-3CB69D834D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444500"/>
            <a:ext cx="6540500" cy="553779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pt-BR" dirty="0"/>
              <a:t>Big </a:t>
            </a:r>
            <a:r>
              <a:rPr lang="pt-BR" dirty="0" err="1"/>
              <a:t>Numbers</a:t>
            </a:r>
            <a:endParaRPr lang="pt-BR" dirty="0"/>
          </a:p>
        </p:txBody>
      </p:sp>
      <p:sp>
        <p:nvSpPr>
          <p:cNvPr id="11" name="Espaço Reservado para Número de Slide 5">
            <a:extLst>
              <a:ext uri="{FF2B5EF4-FFF2-40B4-BE49-F238E27FC236}">
                <a16:creationId xmlns:a16="http://schemas.microsoft.com/office/drawing/2014/main" id="{B93242A1-D8E8-4CBE-169F-F6F2D4072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34551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1">
    <p:bg>
      <p:bgPr>
        <a:solidFill>
          <a:srgbClr val="5E22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Texto 31">
            <a:extLst>
              <a:ext uri="{FF2B5EF4-FFF2-40B4-BE49-F238E27FC236}">
                <a16:creationId xmlns:a16="http://schemas.microsoft.com/office/drawing/2014/main" id="{0649BFDC-D6F6-F932-AC45-A828757584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83924" y="5235666"/>
            <a:ext cx="4805363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 algn="r">
              <a:buNone/>
              <a:defRPr lang="pt-BR" sz="4400" b="1" dirty="0"/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Texto do</a:t>
            </a:r>
            <a:br>
              <a:rPr lang="pt-BR" dirty="0"/>
            </a:br>
            <a:r>
              <a:rPr lang="pt-BR" dirty="0"/>
              <a:t>Slide Final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09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3" name="Forma Livre 52">
            <a:extLst>
              <a:ext uri="{FF2B5EF4-FFF2-40B4-BE49-F238E27FC236}">
                <a16:creationId xmlns:a16="http://schemas.microsoft.com/office/drawing/2014/main" id="{9E8DB22D-4CD7-CA1E-ED75-735E8EA6D0AC}"/>
              </a:ext>
            </a:extLst>
          </p:cNvPr>
          <p:cNvSpPr/>
          <p:nvPr/>
        </p:nvSpPr>
        <p:spPr>
          <a:xfrm>
            <a:off x="1540584" y="1147414"/>
            <a:ext cx="45719" cy="251455"/>
          </a:xfrm>
          <a:custGeom>
            <a:avLst/>
            <a:gdLst>
              <a:gd name="connsiteX0" fmla="*/ 0 w 1234"/>
              <a:gd name="connsiteY0" fmla="*/ 0 h 6787"/>
              <a:gd name="connsiteX1" fmla="*/ 541 w 1234"/>
              <a:gd name="connsiteY1" fmla="*/ 0 h 6787"/>
              <a:gd name="connsiteX2" fmla="*/ 1234 w 1234"/>
              <a:gd name="connsiteY2" fmla="*/ 2777 h 6787"/>
              <a:gd name="connsiteX3" fmla="*/ 926 w 1234"/>
              <a:gd name="connsiteY3" fmla="*/ 6710 h 6787"/>
              <a:gd name="connsiteX4" fmla="*/ 849 w 1234"/>
              <a:gd name="connsiteY4" fmla="*/ 6787 h 6787"/>
              <a:gd name="connsiteX5" fmla="*/ 0 w 1234"/>
              <a:gd name="connsiteY5" fmla="*/ 0 h 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4" h="6787">
                <a:moveTo>
                  <a:pt x="0" y="0"/>
                </a:moveTo>
                <a:lnTo>
                  <a:pt x="541" y="0"/>
                </a:lnTo>
                <a:cubicBezTo>
                  <a:pt x="772" y="925"/>
                  <a:pt x="1004" y="1851"/>
                  <a:pt x="1234" y="2777"/>
                </a:cubicBezTo>
                <a:cubicBezTo>
                  <a:pt x="1157" y="4088"/>
                  <a:pt x="1004" y="5399"/>
                  <a:pt x="926" y="6710"/>
                </a:cubicBezTo>
                <a:lnTo>
                  <a:pt x="849" y="6787"/>
                </a:lnTo>
                <a:cubicBezTo>
                  <a:pt x="541" y="4550"/>
                  <a:pt x="387" y="2237"/>
                  <a:pt x="0" y="0"/>
                </a:cubicBezTo>
                <a:close/>
              </a:path>
            </a:pathLst>
          </a:custGeom>
          <a:solidFill>
            <a:srgbClr val="4811D1"/>
          </a:solidFill>
          <a:ln w="77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>
              <a:noFill/>
            </a:endParaRPr>
          </a:p>
        </p:txBody>
      </p:sp>
      <p:sp>
        <p:nvSpPr>
          <p:cNvPr id="10" name="Forma Livre 9">
            <a:extLst>
              <a:ext uri="{FF2B5EF4-FFF2-40B4-BE49-F238E27FC236}">
                <a16:creationId xmlns:a16="http://schemas.microsoft.com/office/drawing/2014/main" id="{DEA9258C-E398-3C5A-75B6-C5A69881801B}"/>
              </a:ext>
            </a:extLst>
          </p:cNvPr>
          <p:cNvSpPr/>
          <p:nvPr userDrawn="1"/>
        </p:nvSpPr>
        <p:spPr>
          <a:xfrm>
            <a:off x="7698849" y="1"/>
            <a:ext cx="2564981" cy="2617833"/>
          </a:xfrm>
          <a:custGeom>
            <a:avLst/>
            <a:gdLst>
              <a:gd name="connsiteX0" fmla="*/ 0 w 2564981"/>
              <a:gd name="connsiteY0" fmla="*/ 0 h 2617833"/>
              <a:gd name="connsiteX1" fmla="*/ 2214187 w 2564981"/>
              <a:gd name="connsiteY1" fmla="*/ 0 h 2617833"/>
              <a:gd name="connsiteX2" fmla="*/ 2224173 w 2564981"/>
              <a:gd name="connsiteY2" fmla="*/ 3268 h 2617833"/>
              <a:gd name="connsiteX3" fmla="*/ 2564981 w 2564981"/>
              <a:gd name="connsiteY3" fmla="*/ 46270 h 2617833"/>
              <a:gd name="connsiteX4" fmla="*/ 2564981 w 2564981"/>
              <a:gd name="connsiteY4" fmla="*/ 2617833 h 2617833"/>
              <a:gd name="connsiteX5" fmla="*/ 1676489 w 2564981"/>
              <a:gd name="connsiteY5" fmla="*/ 2234725 h 2617833"/>
              <a:gd name="connsiteX6" fmla="*/ 902826 w 2564981"/>
              <a:gd name="connsiteY6" fmla="*/ 426640 h 2617833"/>
              <a:gd name="connsiteX7" fmla="*/ 0 w 2564981"/>
              <a:gd name="connsiteY7" fmla="*/ 45596 h 2617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64981" h="2617833">
                <a:moveTo>
                  <a:pt x="0" y="0"/>
                </a:moveTo>
                <a:lnTo>
                  <a:pt x="2214187" y="0"/>
                </a:lnTo>
                <a:lnTo>
                  <a:pt x="2224173" y="3268"/>
                </a:lnTo>
                <a:cubicBezTo>
                  <a:pt x="2337968" y="34052"/>
                  <a:pt x="2451955" y="46270"/>
                  <a:pt x="2564981" y="46270"/>
                </a:cubicBezTo>
                <a:lnTo>
                  <a:pt x="2564981" y="2617833"/>
                </a:lnTo>
                <a:cubicBezTo>
                  <a:pt x="2208896" y="2617833"/>
                  <a:pt x="1895204" y="2454326"/>
                  <a:pt x="1676489" y="2234725"/>
                </a:cubicBezTo>
                <a:cubicBezTo>
                  <a:pt x="1163902" y="1720968"/>
                  <a:pt x="1511768" y="1036872"/>
                  <a:pt x="902826" y="426640"/>
                </a:cubicBezTo>
                <a:cubicBezTo>
                  <a:pt x="609641" y="132476"/>
                  <a:pt x="304139" y="45596"/>
                  <a:pt x="0" y="45596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u="sng" dirty="0">
              <a:noFill/>
            </a:endParaRPr>
          </a:p>
        </p:txBody>
      </p:sp>
      <p:sp>
        <p:nvSpPr>
          <p:cNvPr id="6" name="Forma Livre 5">
            <a:extLst>
              <a:ext uri="{FF2B5EF4-FFF2-40B4-BE49-F238E27FC236}">
                <a16:creationId xmlns:a16="http://schemas.microsoft.com/office/drawing/2014/main" id="{4D4AE094-C7B5-3762-5229-047FB0FE32C3}"/>
              </a:ext>
            </a:extLst>
          </p:cNvPr>
          <p:cNvSpPr/>
          <p:nvPr userDrawn="1"/>
        </p:nvSpPr>
        <p:spPr>
          <a:xfrm flipH="1">
            <a:off x="5136558" y="45933"/>
            <a:ext cx="2566800" cy="5143800"/>
          </a:xfrm>
          <a:custGeom>
            <a:avLst/>
            <a:gdLst>
              <a:gd name="connsiteX0" fmla="*/ 433022 w 1230241"/>
              <a:gd name="connsiteY0" fmla="*/ 1416158 h 2467119"/>
              <a:gd name="connsiteX1" fmla="*/ 804094 w 1230241"/>
              <a:gd name="connsiteY1" fmla="*/ 2283369 h 2467119"/>
              <a:gd name="connsiteX2" fmla="*/ 1230241 w 1230241"/>
              <a:gd name="connsiteY2" fmla="*/ 2467119 h 2467119"/>
              <a:gd name="connsiteX3" fmla="*/ 1230241 w 1230241"/>
              <a:gd name="connsiteY3" fmla="*/ 1233721 h 2467119"/>
              <a:gd name="connsiteX4" fmla="*/ 797220 w 1230241"/>
              <a:gd name="connsiteY4" fmla="*/ 1050965 h 2467119"/>
              <a:gd name="connsiteX5" fmla="*/ 426147 w 1230241"/>
              <a:gd name="connsiteY5" fmla="*/ 183750 h 2467119"/>
              <a:gd name="connsiteX6" fmla="*/ 0 w 1230241"/>
              <a:gd name="connsiteY6" fmla="*/ 0 h 2467119"/>
              <a:gd name="connsiteX7" fmla="*/ 0 w 1230241"/>
              <a:gd name="connsiteY7" fmla="*/ 1233398 h 2467119"/>
              <a:gd name="connsiteX8" fmla="*/ 433022 w 1230241"/>
              <a:gd name="connsiteY8" fmla="*/ 1416158 h 246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0241" h="2467119">
                <a:moveTo>
                  <a:pt x="433022" y="1416158"/>
                </a:moveTo>
                <a:cubicBezTo>
                  <a:pt x="725089" y="1708843"/>
                  <a:pt x="558242" y="2036956"/>
                  <a:pt x="804094" y="2283369"/>
                </a:cubicBezTo>
                <a:cubicBezTo>
                  <a:pt x="908996" y="2388696"/>
                  <a:pt x="1059452" y="2467119"/>
                  <a:pt x="1230241" y="2467119"/>
                </a:cubicBezTo>
                <a:lnTo>
                  <a:pt x="1230241" y="1233721"/>
                </a:lnTo>
                <a:cubicBezTo>
                  <a:pt x="1085679" y="1233721"/>
                  <a:pt x="937839" y="1192051"/>
                  <a:pt x="797220" y="1050965"/>
                </a:cubicBezTo>
                <a:cubicBezTo>
                  <a:pt x="505152" y="758280"/>
                  <a:pt x="671999" y="430487"/>
                  <a:pt x="426147" y="183750"/>
                </a:cubicBezTo>
                <a:cubicBezTo>
                  <a:pt x="320922" y="78427"/>
                  <a:pt x="166847" y="1313"/>
                  <a:pt x="0" y="0"/>
                </a:cubicBezTo>
                <a:lnTo>
                  <a:pt x="0" y="1233398"/>
                </a:lnTo>
                <a:cubicBezTo>
                  <a:pt x="145874" y="1233398"/>
                  <a:pt x="292402" y="1275068"/>
                  <a:pt x="433022" y="1416158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u="sng" dirty="0">
              <a:noFill/>
            </a:endParaRPr>
          </a:p>
        </p:txBody>
      </p:sp>
      <p:sp>
        <p:nvSpPr>
          <p:cNvPr id="15" name="Forma Livre 14">
            <a:extLst>
              <a:ext uri="{FF2B5EF4-FFF2-40B4-BE49-F238E27FC236}">
                <a16:creationId xmlns:a16="http://schemas.microsoft.com/office/drawing/2014/main" id="{44599BA9-E656-0BA6-BE46-4C414205646B}"/>
              </a:ext>
            </a:extLst>
          </p:cNvPr>
          <p:cNvSpPr/>
          <p:nvPr userDrawn="1"/>
        </p:nvSpPr>
        <p:spPr>
          <a:xfrm>
            <a:off x="2570231" y="2617834"/>
            <a:ext cx="2564982" cy="4240167"/>
          </a:xfrm>
          <a:custGeom>
            <a:avLst/>
            <a:gdLst>
              <a:gd name="connsiteX0" fmla="*/ 0 w 2564982"/>
              <a:gd name="connsiteY0" fmla="*/ 0 h 4240167"/>
              <a:gd name="connsiteX1" fmla="*/ 888492 w 2564982"/>
              <a:gd name="connsiteY1" fmla="*/ 383108 h 4240167"/>
              <a:gd name="connsiteX2" fmla="*/ 1662158 w 2564982"/>
              <a:gd name="connsiteY2" fmla="*/ 2191201 h 4240167"/>
              <a:gd name="connsiteX3" fmla="*/ 2564982 w 2564982"/>
              <a:gd name="connsiteY3" fmla="*/ 2572237 h 4240167"/>
              <a:gd name="connsiteX4" fmla="*/ 2564982 w 2564982"/>
              <a:gd name="connsiteY4" fmla="*/ 4240167 h 4240167"/>
              <a:gd name="connsiteX5" fmla="*/ 1397208 w 2564982"/>
              <a:gd name="connsiteY5" fmla="*/ 4240167 h 4240167"/>
              <a:gd name="connsiteX6" fmla="*/ 1367001 w 2564982"/>
              <a:gd name="connsiteY6" fmla="*/ 4123732 h 4240167"/>
              <a:gd name="connsiteX7" fmla="*/ 902826 w 2564982"/>
              <a:gd name="connsiteY7" fmla="*/ 2952607 h 4240167"/>
              <a:gd name="connsiteX8" fmla="*/ 0 w 2564982"/>
              <a:gd name="connsiteY8" fmla="*/ 2571563 h 4240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4982" h="4240167">
                <a:moveTo>
                  <a:pt x="0" y="0"/>
                </a:moveTo>
                <a:cubicBezTo>
                  <a:pt x="347867" y="2738"/>
                  <a:pt x="669104" y="163516"/>
                  <a:pt x="888492" y="383108"/>
                </a:cubicBezTo>
                <a:cubicBezTo>
                  <a:pt x="1401079" y="897541"/>
                  <a:pt x="1053213" y="1580970"/>
                  <a:pt x="1662158" y="2191201"/>
                </a:cubicBezTo>
                <a:cubicBezTo>
                  <a:pt x="1955340" y="2485357"/>
                  <a:pt x="2263579" y="2572237"/>
                  <a:pt x="2564982" y="2572237"/>
                </a:cubicBezTo>
                <a:lnTo>
                  <a:pt x="2564982" y="4240167"/>
                </a:lnTo>
                <a:lnTo>
                  <a:pt x="1397208" y="4240167"/>
                </a:lnTo>
                <a:lnTo>
                  <a:pt x="1367001" y="4123732"/>
                </a:lnTo>
                <a:cubicBezTo>
                  <a:pt x="1290251" y="3744250"/>
                  <a:pt x="1283415" y="3334002"/>
                  <a:pt x="902826" y="2952607"/>
                </a:cubicBezTo>
                <a:cubicBezTo>
                  <a:pt x="609642" y="2658443"/>
                  <a:pt x="304139" y="2571563"/>
                  <a:pt x="0" y="2571563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u="sng" dirty="0">
              <a:noFill/>
            </a:endParaRPr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B7596DA0-0BFD-38BD-B91A-24F738BF3013}"/>
              </a:ext>
            </a:extLst>
          </p:cNvPr>
          <p:cNvSpPr/>
          <p:nvPr userDrawn="1"/>
        </p:nvSpPr>
        <p:spPr>
          <a:xfrm flipH="1">
            <a:off x="0" y="1765300"/>
            <a:ext cx="2566800" cy="3424434"/>
          </a:xfrm>
          <a:custGeom>
            <a:avLst/>
            <a:gdLst>
              <a:gd name="connsiteX0" fmla="*/ 1358761 w 2566800"/>
              <a:gd name="connsiteY0" fmla="*/ 0 h 3424434"/>
              <a:gd name="connsiteX1" fmla="*/ 0 w 2566800"/>
              <a:gd name="connsiteY1" fmla="*/ 0 h 3424434"/>
              <a:gd name="connsiteX2" fmla="*/ 0 w 2566800"/>
              <a:gd name="connsiteY2" fmla="*/ 852197 h 3424434"/>
              <a:gd name="connsiteX3" fmla="*/ 903466 w 2566800"/>
              <a:gd name="connsiteY3" fmla="*/ 1233241 h 3424434"/>
              <a:gd name="connsiteX4" fmla="*/ 1677678 w 2566800"/>
              <a:gd name="connsiteY4" fmla="*/ 3041326 h 3424434"/>
              <a:gd name="connsiteX5" fmla="*/ 2566800 w 2566800"/>
              <a:gd name="connsiteY5" fmla="*/ 3424434 h 3424434"/>
              <a:gd name="connsiteX6" fmla="*/ 2566800 w 2566800"/>
              <a:gd name="connsiteY6" fmla="*/ 852871 h 3424434"/>
              <a:gd name="connsiteX7" fmla="*/ 1663336 w 2566800"/>
              <a:gd name="connsiteY7" fmla="*/ 471835 h 3424434"/>
              <a:gd name="connsiteX8" fmla="*/ 1409559 w 2566800"/>
              <a:gd name="connsiteY8" fmla="*/ 122456 h 3424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6800" h="3424434">
                <a:moveTo>
                  <a:pt x="1358761" y="0"/>
                </a:moveTo>
                <a:lnTo>
                  <a:pt x="0" y="0"/>
                </a:lnTo>
                <a:lnTo>
                  <a:pt x="0" y="852197"/>
                </a:lnTo>
                <a:cubicBezTo>
                  <a:pt x="304354" y="852197"/>
                  <a:pt x="610073" y="939077"/>
                  <a:pt x="903466" y="1233241"/>
                </a:cubicBezTo>
                <a:cubicBezTo>
                  <a:pt x="1512840" y="1843473"/>
                  <a:pt x="1164727" y="2527569"/>
                  <a:pt x="1677678" y="3041326"/>
                </a:cubicBezTo>
                <a:cubicBezTo>
                  <a:pt x="1896548" y="3260927"/>
                  <a:pt x="2210462" y="3424434"/>
                  <a:pt x="2566800" y="3424434"/>
                </a:cubicBezTo>
                <a:lnTo>
                  <a:pt x="2566800" y="852871"/>
                </a:lnTo>
                <a:cubicBezTo>
                  <a:pt x="2265183" y="852871"/>
                  <a:pt x="1956726" y="765991"/>
                  <a:pt x="1663336" y="471835"/>
                </a:cubicBezTo>
                <a:cubicBezTo>
                  <a:pt x="1549078" y="357417"/>
                  <a:pt x="1468481" y="240425"/>
                  <a:pt x="1409559" y="122456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u="sng" dirty="0">
              <a:noFill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841936A0-FD4D-E79F-AB2F-3C90C0DA2A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103" y="63500"/>
            <a:ext cx="4646037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119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>
            <a:extLst>
              <a:ext uri="{FF2B5EF4-FFF2-40B4-BE49-F238E27FC236}">
                <a16:creationId xmlns:a16="http://schemas.microsoft.com/office/drawing/2014/main" id="{FC37BAC0-A8D1-7B8E-5A9F-E7708E8F18B6}"/>
              </a:ext>
            </a:extLst>
          </p:cNvPr>
          <p:cNvSpPr/>
          <p:nvPr userDrawn="1"/>
        </p:nvSpPr>
        <p:spPr>
          <a:xfrm flipH="1">
            <a:off x="6557" y="0"/>
            <a:ext cx="10915442" cy="6858000"/>
          </a:xfrm>
          <a:custGeom>
            <a:avLst/>
            <a:gdLst>
              <a:gd name="connsiteX0" fmla="*/ 8176930 w 10915442"/>
              <a:gd name="connsiteY0" fmla="*/ 3342665 h 6858000"/>
              <a:gd name="connsiteX1" fmla="*/ 7232794 w 10915442"/>
              <a:gd name="connsiteY1" fmla="*/ 3749786 h 6858000"/>
              <a:gd name="connsiteX2" fmla="*/ 6410666 w 10915442"/>
              <a:gd name="connsiteY2" fmla="*/ 5671258 h 6858000"/>
              <a:gd name="connsiteX3" fmla="*/ 5451281 w 10915442"/>
              <a:gd name="connsiteY3" fmla="*/ 6076197 h 6858000"/>
              <a:gd name="connsiteX4" fmla="*/ 5451281 w 10915442"/>
              <a:gd name="connsiteY4" fmla="*/ 6858000 h 6858000"/>
              <a:gd name="connsiteX5" fmla="*/ 6945304 w 10915442"/>
              <a:gd name="connsiteY5" fmla="*/ 6858000 h 6858000"/>
              <a:gd name="connsiteX6" fmla="*/ 6948055 w 10915442"/>
              <a:gd name="connsiteY6" fmla="*/ 6851755 h 6858000"/>
              <a:gd name="connsiteX7" fmla="*/ 7217537 w 10915442"/>
              <a:gd name="connsiteY7" fmla="*/ 6480411 h 6858000"/>
              <a:gd name="connsiteX8" fmla="*/ 8176930 w 10915442"/>
              <a:gd name="connsiteY8" fmla="*/ 6075472 h 6858000"/>
              <a:gd name="connsiteX9" fmla="*/ 9484994 w 10915442"/>
              <a:gd name="connsiteY9" fmla="*/ 1816100 h 6858000"/>
              <a:gd name="connsiteX10" fmla="*/ 8189793 w 10915442"/>
              <a:gd name="connsiteY10" fmla="*/ 1816100 h 6858000"/>
              <a:gd name="connsiteX11" fmla="*/ 8189793 w 10915442"/>
              <a:gd name="connsiteY11" fmla="*/ 3342306 h 6858000"/>
              <a:gd name="connsiteX12" fmla="*/ 9149186 w 10915442"/>
              <a:gd name="connsiteY12" fmla="*/ 3747245 h 6858000"/>
              <a:gd name="connsiteX13" fmla="*/ 9971307 w 10915442"/>
              <a:gd name="connsiteY13" fmla="*/ 5668717 h 6858000"/>
              <a:gd name="connsiteX14" fmla="*/ 10915442 w 10915442"/>
              <a:gd name="connsiteY14" fmla="*/ 6075839 h 6858000"/>
              <a:gd name="connsiteX15" fmla="*/ 10915442 w 10915442"/>
              <a:gd name="connsiteY15" fmla="*/ 3343031 h 6858000"/>
              <a:gd name="connsiteX16" fmla="*/ 9956057 w 10915442"/>
              <a:gd name="connsiteY16" fmla="*/ 2938092 h 6858000"/>
              <a:gd name="connsiteX17" fmla="*/ 9490825 w 10915442"/>
              <a:gd name="connsiteY17" fmla="*/ 1846466 h 6858000"/>
              <a:gd name="connsiteX18" fmla="*/ 2725632 w 10915442"/>
              <a:gd name="connsiteY18" fmla="*/ 609498 h 6858000"/>
              <a:gd name="connsiteX19" fmla="*/ 2725632 w 10915442"/>
              <a:gd name="connsiteY19" fmla="*/ 3342306 h 6858000"/>
              <a:gd name="connsiteX20" fmla="*/ 3685025 w 10915442"/>
              <a:gd name="connsiteY20" fmla="*/ 3747245 h 6858000"/>
              <a:gd name="connsiteX21" fmla="*/ 4507146 w 10915442"/>
              <a:gd name="connsiteY21" fmla="*/ 5668717 h 6858000"/>
              <a:gd name="connsiteX22" fmla="*/ 5451281 w 10915442"/>
              <a:gd name="connsiteY22" fmla="*/ 6075839 h 6858000"/>
              <a:gd name="connsiteX23" fmla="*/ 5451281 w 10915442"/>
              <a:gd name="connsiteY23" fmla="*/ 3343031 h 6858000"/>
              <a:gd name="connsiteX24" fmla="*/ 4491896 w 10915442"/>
              <a:gd name="connsiteY24" fmla="*/ 2938092 h 6858000"/>
              <a:gd name="connsiteX25" fmla="*/ 3669768 w 10915442"/>
              <a:gd name="connsiteY25" fmla="*/ 1016620 h 6858000"/>
              <a:gd name="connsiteX26" fmla="*/ 2725632 w 10915442"/>
              <a:gd name="connsiteY26" fmla="*/ 609498 h 6858000"/>
              <a:gd name="connsiteX27" fmla="*/ 2725649 w 10915442"/>
              <a:gd name="connsiteY27" fmla="*/ 0 h 6858000"/>
              <a:gd name="connsiteX28" fmla="*/ 1128453 w 10915442"/>
              <a:gd name="connsiteY28" fmla="*/ 0 h 6858000"/>
              <a:gd name="connsiteX29" fmla="*/ 1069272 w 10915442"/>
              <a:gd name="connsiteY29" fmla="*/ 82485 h 6858000"/>
              <a:gd name="connsiteX30" fmla="*/ 959385 w 10915442"/>
              <a:gd name="connsiteY30" fmla="*/ 204925 h 6858000"/>
              <a:gd name="connsiteX31" fmla="*/ 0 w 10915442"/>
              <a:gd name="connsiteY31" fmla="*/ 609864 h 6858000"/>
              <a:gd name="connsiteX32" fmla="*/ 0 w 10915442"/>
              <a:gd name="connsiteY32" fmla="*/ 3342672 h 6858000"/>
              <a:gd name="connsiteX33" fmla="*/ 944135 w 10915442"/>
              <a:gd name="connsiteY33" fmla="*/ 2935550 h 6858000"/>
              <a:gd name="connsiteX34" fmla="*/ 1766256 w 10915442"/>
              <a:gd name="connsiteY34" fmla="*/ 1014078 h 6858000"/>
              <a:gd name="connsiteX35" fmla="*/ 2725649 w 10915442"/>
              <a:gd name="connsiteY35" fmla="*/ 60913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15442" h="6858000">
                <a:moveTo>
                  <a:pt x="8176930" y="3342665"/>
                </a:moveTo>
                <a:cubicBezTo>
                  <a:pt x="7807261" y="3345572"/>
                  <a:pt x="7465924" y="3516420"/>
                  <a:pt x="7232794" y="3749786"/>
                </a:cubicBezTo>
                <a:cubicBezTo>
                  <a:pt x="6688095" y="4296493"/>
                  <a:pt x="7057764" y="5022771"/>
                  <a:pt x="6410666" y="5671258"/>
                </a:cubicBezTo>
                <a:cubicBezTo>
                  <a:pt x="6099104" y="5983866"/>
                  <a:pt x="5771560" y="6076197"/>
                  <a:pt x="5451281" y="6076197"/>
                </a:cubicBezTo>
                <a:lnTo>
                  <a:pt x="5451281" y="6858000"/>
                </a:lnTo>
                <a:lnTo>
                  <a:pt x="6945304" y="6858000"/>
                </a:lnTo>
                <a:lnTo>
                  <a:pt x="6948055" y="6851755"/>
                </a:lnTo>
                <a:cubicBezTo>
                  <a:pt x="7010623" y="6726354"/>
                  <a:pt x="7096207" y="6602003"/>
                  <a:pt x="7217537" y="6480411"/>
                </a:cubicBezTo>
                <a:cubicBezTo>
                  <a:pt x="7529106" y="6167803"/>
                  <a:pt x="7853743" y="6075472"/>
                  <a:pt x="8176930" y="6075472"/>
                </a:cubicBezTo>
                <a:close/>
                <a:moveTo>
                  <a:pt x="9484994" y="1816100"/>
                </a:moveTo>
                <a:lnTo>
                  <a:pt x="8189793" y="1816100"/>
                </a:lnTo>
                <a:lnTo>
                  <a:pt x="8189793" y="3342306"/>
                </a:lnTo>
                <a:cubicBezTo>
                  <a:pt x="8512980" y="3342306"/>
                  <a:pt x="8837616" y="3434637"/>
                  <a:pt x="9149186" y="3747245"/>
                </a:cubicBezTo>
                <a:cubicBezTo>
                  <a:pt x="9796276" y="4395732"/>
                  <a:pt x="9426615" y="5122735"/>
                  <a:pt x="9971307" y="5668717"/>
                </a:cubicBezTo>
                <a:cubicBezTo>
                  <a:pt x="10203711" y="5902083"/>
                  <a:pt x="10537064" y="6075839"/>
                  <a:pt x="10915442" y="6075839"/>
                </a:cubicBezTo>
                <a:lnTo>
                  <a:pt x="10915442" y="3343031"/>
                </a:lnTo>
                <a:cubicBezTo>
                  <a:pt x="10595163" y="3343031"/>
                  <a:pt x="10267619" y="3250700"/>
                  <a:pt x="9956057" y="2938092"/>
                </a:cubicBezTo>
                <a:cubicBezTo>
                  <a:pt x="9602175" y="2583451"/>
                  <a:pt x="9552380" y="2205545"/>
                  <a:pt x="9490825" y="1846466"/>
                </a:cubicBezTo>
                <a:close/>
                <a:moveTo>
                  <a:pt x="2725632" y="609498"/>
                </a:moveTo>
                <a:lnTo>
                  <a:pt x="2725632" y="3342306"/>
                </a:lnTo>
                <a:cubicBezTo>
                  <a:pt x="3048819" y="3342306"/>
                  <a:pt x="3373456" y="3434637"/>
                  <a:pt x="3685025" y="3747245"/>
                </a:cubicBezTo>
                <a:cubicBezTo>
                  <a:pt x="4332116" y="4395732"/>
                  <a:pt x="3962454" y="5122735"/>
                  <a:pt x="4507146" y="5668717"/>
                </a:cubicBezTo>
                <a:cubicBezTo>
                  <a:pt x="4739551" y="5902083"/>
                  <a:pt x="5072904" y="6075839"/>
                  <a:pt x="5451281" y="6075839"/>
                </a:cubicBezTo>
                <a:lnTo>
                  <a:pt x="5451281" y="3343031"/>
                </a:lnTo>
                <a:cubicBezTo>
                  <a:pt x="5131003" y="3343031"/>
                  <a:pt x="4803458" y="3250700"/>
                  <a:pt x="4491896" y="2938092"/>
                </a:cubicBezTo>
                <a:cubicBezTo>
                  <a:pt x="3844798" y="2289605"/>
                  <a:pt x="4214467" y="1563327"/>
                  <a:pt x="3669768" y="1016620"/>
                </a:cubicBezTo>
                <a:cubicBezTo>
                  <a:pt x="3436638" y="783254"/>
                  <a:pt x="3095301" y="612406"/>
                  <a:pt x="2725632" y="609498"/>
                </a:cubicBezTo>
                <a:close/>
                <a:moveTo>
                  <a:pt x="2725649" y="0"/>
                </a:moveTo>
                <a:lnTo>
                  <a:pt x="1128453" y="0"/>
                </a:lnTo>
                <a:lnTo>
                  <a:pt x="1069272" y="82485"/>
                </a:lnTo>
                <a:cubicBezTo>
                  <a:pt x="1036301" y="123560"/>
                  <a:pt x="999829" y="164394"/>
                  <a:pt x="959385" y="204925"/>
                </a:cubicBezTo>
                <a:cubicBezTo>
                  <a:pt x="647823" y="517532"/>
                  <a:pt x="320278" y="609864"/>
                  <a:pt x="0" y="609864"/>
                </a:cubicBezTo>
                <a:lnTo>
                  <a:pt x="0" y="3342672"/>
                </a:lnTo>
                <a:cubicBezTo>
                  <a:pt x="378378" y="3342672"/>
                  <a:pt x="711731" y="3168916"/>
                  <a:pt x="944135" y="2935550"/>
                </a:cubicBezTo>
                <a:cubicBezTo>
                  <a:pt x="1488827" y="2389568"/>
                  <a:pt x="1119166" y="1662565"/>
                  <a:pt x="1766256" y="1014078"/>
                </a:cubicBezTo>
                <a:cubicBezTo>
                  <a:pt x="2077826" y="701470"/>
                  <a:pt x="2402462" y="609139"/>
                  <a:pt x="2725649" y="609139"/>
                </a:cubicBezTo>
                <a:close/>
              </a:path>
            </a:pathLst>
          </a:custGeom>
          <a:solidFill>
            <a:schemeClr val="bg1">
              <a:lumMod val="75000"/>
              <a:lumOff val="25000"/>
            </a:schemeClr>
          </a:solidFill>
          <a:ln w="951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dirty="0"/>
          </a:p>
        </p:txBody>
      </p:sp>
      <p:sp>
        <p:nvSpPr>
          <p:cNvPr id="3" name="Espaço Reservado para Texto 31">
            <a:extLst>
              <a:ext uri="{FF2B5EF4-FFF2-40B4-BE49-F238E27FC236}">
                <a16:creationId xmlns:a16="http://schemas.microsoft.com/office/drawing/2014/main" id="{E5C866BE-A527-9BD7-95FC-B9E88CCE5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83924" y="5235666"/>
            <a:ext cx="4805363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 algn="r">
              <a:buNone/>
              <a:defRPr lang="pt-BR" sz="4400" b="1" dirty="0"/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Texto do</a:t>
            </a:r>
            <a:br>
              <a:rPr lang="pt-BR" dirty="0"/>
            </a:br>
            <a:r>
              <a:rPr lang="pt-BR" dirty="0"/>
              <a:t>Slide Final</a:t>
            </a:r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63845DC6-8F74-B9E0-644B-5894D2534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103" y="63500"/>
            <a:ext cx="4646037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647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B341A92B-4887-AC4A-E191-19BACB0AAA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281303" y="0"/>
            <a:ext cx="9910697" cy="6858000"/>
          </a:xfrm>
          <a:custGeom>
            <a:avLst/>
            <a:gdLst>
              <a:gd name="connsiteX0" fmla="*/ 0 w 9910698"/>
              <a:gd name="connsiteY0" fmla="*/ 0 h 6899275"/>
              <a:gd name="connsiteX1" fmla="*/ 9910698 w 9910698"/>
              <a:gd name="connsiteY1" fmla="*/ 0 h 6899275"/>
              <a:gd name="connsiteX2" fmla="*/ 9910698 w 9910698"/>
              <a:gd name="connsiteY2" fmla="*/ 6899275 h 6899275"/>
              <a:gd name="connsiteX3" fmla="*/ 5104145 w 9910698"/>
              <a:gd name="connsiteY3" fmla="*/ 6899275 h 6899275"/>
              <a:gd name="connsiteX4" fmla="*/ 5049704 w 9910698"/>
              <a:gd name="connsiteY4" fmla="*/ 6840511 h 6899275"/>
              <a:gd name="connsiteX5" fmla="*/ 3584621 w 9910698"/>
              <a:gd name="connsiteY5" fmla="*/ 4171929 h 6899275"/>
              <a:gd name="connsiteX6" fmla="*/ 954987 w 9910698"/>
              <a:gd name="connsiteY6" fmla="*/ 2504922 h 6899275"/>
              <a:gd name="connsiteX7" fmla="*/ 10484 w 9910698"/>
              <a:gd name="connsiteY7" fmla="*/ 14041 h 689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10698" h="6899275">
                <a:moveTo>
                  <a:pt x="0" y="0"/>
                </a:moveTo>
                <a:lnTo>
                  <a:pt x="9910698" y="0"/>
                </a:lnTo>
                <a:lnTo>
                  <a:pt x="9910698" y="6899275"/>
                </a:lnTo>
                <a:lnTo>
                  <a:pt x="5104145" y="6899275"/>
                </a:lnTo>
                <a:lnTo>
                  <a:pt x="5049704" y="6840511"/>
                </a:lnTo>
                <a:cubicBezTo>
                  <a:pt x="4404952" y="6067501"/>
                  <a:pt x="4902175" y="5425713"/>
                  <a:pt x="3584621" y="4171929"/>
                </a:cubicBezTo>
                <a:cubicBezTo>
                  <a:pt x="2799816" y="3425100"/>
                  <a:pt x="1708349" y="3353485"/>
                  <a:pt x="954987" y="2504922"/>
                </a:cubicBezTo>
                <a:cubicBezTo>
                  <a:pt x="108015" y="1550936"/>
                  <a:pt x="663584" y="975097"/>
                  <a:pt x="10484" y="14041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rgbClr val="D6D5EB"/>
                </a:solidFill>
              </a:defRPr>
            </a:lvl1pPr>
          </a:lstStyle>
          <a:p>
            <a:r>
              <a:rPr lang="pt-BR" dirty="0"/>
              <a:t>.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09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4" name="Espaço Reservado para Texto 31">
            <a:extLst>
              <a:ext uri="{FF2B5EF4-FFF2-40B4-BE49-F238E27FC236}">
                <a16:creationId xmlns:a16="http://schemas.microsoft.com/office/drawing/2014/main" id="{74322754-444A-3FE8-6DBF-6396EA58C1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03522" y="5459537"/>
            <a:ext cx="4422140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pt-BR" sz="4400" b="1" dirty="0"/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Texto do</a:t>
            </a:r>
            <a:br>
              <a:rPr lang="pt-BR" dirty="0"/>
            </a:br>
            <a:r>
              <a:rPr lang="pt-BR" dirty="0"/>
              <a:t>Slide Final</a:t>
            </a:r>
          </a:p>
        </p:txBody>
      </p:sp>
      <p:sp>
        <p:nvSpPr>
          <p:cNvPr id="15" name="Forma Livre 14">
            <a:extLst>
              <a:ext uri="{FF2B5EF4-FFF2-40B4-BE49-F238E27FC236}">
                <a16:creationId xmlns:a16="http://schemas.microsoft.com/office/drawing/2014/main" id="{B1C42E19-A5DD-548A-3F95-17E9BAE6CD4B}"/>
              </a:ext>
            </a:extLst>
          </p:cNvPr>
          <p:cNvSpPr/>
          <p:nvPr/>
        </p:nvSpPr>
        <p:spPr>
          <a:xfrm>
            <a:off x="-399389" y="2599656"/>
            <a:ext cx="24290" cy="23708"/>
          </a:xfrm>
          <a:custGeom>
            <a:avLst/>
            <a:gdLst>
              <a:gd name="connsiteX0" fmla="*/ 0 w 22874"/>
              <a:gd name="connsiteY0" fmla="*/ 22823 h 22823"/>
              <a:gd name="connsiteX1" fmla="*/ 0 w 22874"/>
              <a:gd name="connsiteY1" fmla="*/ 0 h 22823"/>
              <a:gd name="connsiteX2" fmla="*/ 22874 w 22874"/>
              <a:gd name="connsiteY2" fmla="*/ 0 h 22823"/>
              <a:gd name="connsiteX3" fmla="*/ 22874 w 22874"/>
              <a:gd name="connsiteY3" fmla="*/ 22823 h 228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74" h="22823">
                <a:moveTo>
                  <a:pt x="0" y="22823"/>
                </a:moveTo>
                <a:lnTo>
                  <a:pt x="0" y="0"/>
                </a:lnTo>
                <a:lnTo>
                  <a:pt x="22874" y="0"/>
                </a:lnTo>
                <a:lnTo>
                  <a:pt x="22874" y="22823"/>
                </a:lnTo>
                <a:close/>
              </a:path>
            </a:pathLst>
          </a:custGeom>
          <a:solidFill>
            <a:srgbClr val="5E22F3">
              <a:alpha val="0"/>
            </a:srgbClr>
          </a:solidFill>
          <a:ln w="23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20" name="Forma Livre 19">
            <a:extLst>
              <a:ext uri="{FF2B5EF4-FFF2-40B4-BE49-F238E27FC236}">
                <a16:creationId xmlns:a16="http://schemas.microsoft.com/office/drawing/2014/main" id="{721869A5-50D2-36B9-17CF-F6115DFF05AF}"/>
              </a:ext>
            </a:extLst>
          </p:cNvPr>
          <p:cNvSpPr/>
          <p:nvPr/>
        </p:nvSpPr>
        <p:spPr>
          <a:xfrm>
            <a:off x="-346868" y="2497705"/>
            <a:ext cx="104228" cy="128412"/>
          </a:xfrm>
          <a:custGeom>
            <a:avLst/>
            <a:gdLst>
              <a:gd name="connsiteX0" fmla="*/ 0 w 98151"/>
              <a:gd name="connsiteY0" fmla="*/ 85667 h 123619"/>
              <a:gd name="connsiteX1" fmla="*/ 19773 w 98151"/>
              <a:gd name="connsiteY1" fmla="*/ 82564 h 123619"/>
              <a:gd name="connsiteX2" fmla="*/ 29077 w 98151"/>
              <a:gd name="connsiteY2" fmla="*/ 100796 h 123619"/>
              <a:gd name="connsiteX3" fmla="*/ 50401 w 98151"/>
              <a:gd name="connsiteY3" fmla="*/ 107133 h 123619"/>
              <a:gd name="connsiteX4" fmla="*/ 70819 w 98151"/>
              <a:gd name="connsiteY4" fmla="*/ 101508 h 123619"/>
              <a:gd name="connsiteX5" fmla="*/ 77539 w 98151"/>
              <a:gd name="connsiteY5" fmla="*/ 88318 h 123619"/>
              <a:gd name="connsiteX6" fmla="*/ 71659 w 98151"/>
              <a:gd name="connsiteY6" fmla="*/ 77650 h 123619"/>
              <a:gd name="connsiteX7" fmla="*/ 51176 w 98151"/>
              <a:gd name="connsiteY7" fmla="*/ 70861 h 123619"/>
              <a:gd name="connsiteX8" fmla="*/ 20613 w 98151"/>
              <a:gd name="connsiteY8" fmla="*/ 61228 h 123619"/>
              <a:gd name="connsiteX9" fmla="*/ 7689 w 98151"/>
              <a:gd name="connsiteY9" fmla="*/ 49978 h 123619"/>
              <a:gd name="connsiteX10" fmla="*/ 3295 w 98151"/>
              <a:gd name="connsiteY10" fmla="*/ 34073 h 123619"/>
              <a:gd name="connsiteX11" fmla="*/ 6914 w 98151"/>
              <a:gd name="connsiteY11" fmla="*/ 19461 h 123619"/>
              <a:gd name="connsiteX12" fmla="*/ 16800 w 98151"/>
              <a:gd name="connsiteY12" fmla="*/ 8276 h 123619"/>
              <a:gd name="connsiteX13" fmla="*/ 29530 w 98151"/>
              <a:gd name="connsiteY13" fmla="*/ 2392 h 123619"/>
              <a:gd name="connsiteX14" fmla="*/ 46847 w 98151"/>
              <a:gd name="connsiteY14" fmla="*/ 0 h 123619"/>
              <a:gd name="connsiteX15" fmla="*/ 71272 w 98151"/>
              <a:gd name="connsiteY15" fmla="*/ 4009 h 123619"/>
              <a:gd name="connsiteX16" fmla="*/ 86779 w 98151"/>
              <a:gd name="connsiteY16" fmla="*/ 14871 h 123619"/>
              <a:gd name="connsiteX17" fmla="*/ 93693 w 98151"/>
              <a:gd name="connsiteY17" fmla="*/ 33232 h 123619"/>
              <a:gd name="connsiteX18" fmla="*/ 74115 w 98151"/>
              <a:gd name="connsiteY18" fmla="*/ 35883 h 123619"/>
              <a:gd name="connsiteX19" fmla="*/ 66361 w 98151"/>
              <a:gd name="connsiteY19" fmla="*/ 21659 h 123619"/>
              <a:gd name="connsiteX20" fmla="*/ 48268 w 98151"/>
              <a:gd name="connsiteY20" fmla="*/ 16487 h 123619"/>
              <a:gd name="connsiteX21" fmla="*/ 28560 w 98151"/>
              <a:gd name="connsiteY21" fmla="*/ 21077 h 123619"/>
              <a:gd name="connsiteX22" fmla="*/ 22680 w 98151"/>
              <a:gd name="connsiteY22" fmla="*/ 31745 h 123619"/>
              <a:gd name="connsiteX23" fmla="*/ 25136 w 98151"/>
              <a:gd name="connsiteY23" fmla="*/ 38793 h 123619"/>
              <a:gd name="connsiteX24" fmla="*/ 32825 w 98151"/>
              <a:gd name="connsiteY24" fmla="*/ 44094 h 123619"/>
              <a:gd name="connsiteX25" fmla="*/ 50530 w 98151"/>
              <a:gd name="connsiteY25" fmla="*/ 49267 h 123619"/>
              <a:gd name="connsiteX26" fmla="*/ 80189 w 98151"/>
              <a:gd name="connsiteY26" fmla="*/ 58577 h 123619"/>
              <a:gd name="connsiteX27" fmla="*/ 93370 w 98151"/>
              <a:gd name="connsiteY27" fmla="*/ 69051 h 123619"/>
              <a:gd name="connsiteX28" fmla="*/ 98152 w 98151"/>
              <a:gd name="connsiteY28" fmla="*/ 86249 h 123619"/>
              <a:gd name="connsiteX29" fmla="*/ 92272 w 98151"/>
              <a:gd name="connsiteY29" fmla="*/ 105128 h 123619"/>
              <a:gd name="connsiteX30" fmla="*/ 75407 w 98151"/>
              <a:gd name="connsiteY30" fmla="*/ 118770 h 123619"/>
              <a:gd name="connsiteX31" fmla="*/ 50530 w 98151"/>
              <a:gd name="connsiteY31" fmla="*/ 123619 h 123619"/>
              <a:gd name="connsiteX32" fmla="*/ 15379 w 98151"/>
              <a:gd name="connsiteY32" fmla="*/ 114051 h 123619"/>
              <a:gd name="connsiteX33" fmla="*/ 0 w 98151"/>
              <a:gd name="connsiteY33" fmla="*/ 85667 h 123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98151" h="123619">
                <a:moveTo>
                  <a:pt x="0" y="85667"/>
                </a:moveTo>
                <a:lnTo>
                  <a:pt x="19773" y="82564"/>
                </a:lnTo>
                <a:cubicBezTo>
                  <a:pt x="20871" y="90516"/>
                  <a:pt x="23973" y="96594"/>
                  <a:pt x="29077" y="100796"/>
                </a:cubicBezTo>
                <a:cubicBezTo>
                  <a:pt x="34182" y="104999"/>
                  <a:pt x="41290" y="107133"/>
                  <a:pt x="50401" y="107133"/>
                </a:cubicBezTo>
                <a:cubicBezTo>
                  <a:pt x="59576" y="107133"/>
                  <a:pt x="66361" y="105258"/>
                  <a:pt x="70819" y="101508"/>
                </a:cubicBezTo>
                <a:cubicBezTo>
                  <a:pt x="75278" y="97758"/>
                  <a:pt x="77539" y="93361"/>
                  <a:pt x="77539" y="88318"/>
                </a:cubicBezTo>
                <a:cubicBezTo>
                  <a:pt x="77539" y="83792"/>
                  <a:pt x="75601" y="80236"/>
                  <a:pt x="71659" y="77650"/>
                </a:cubicBezTo>
                <a:cubicBezTo>
                  <a:pt x="68881" y="75904"/>
                  <a:pt x="62096" y="73642"/>
                  <a:pt x="51176" y="70861"/>
                </a:cubicBezTo>
                <a:cubicBezTo>
                  <a:pt x="36508" y="67176"/>
                  <a:pt x="26299" y="63943"/>
                  <a:pt x="20613" y="61228"/>
                </a:cubicBezTo>
                <a:cubicBezTo>
                  <a:pt x="14926" y="58512"/>
                  <a:pt x="10597" y="54762"/>
                  <a:pt x="7689" y="49978"/>
                </a:cubicBezTo>
                <a:cubicBezTo>
                  <a:pt x="4782" y="45194"/>
                  <a:pt x="3295" y="39892"/>
                  <a:pt x="3295" y="34073"/>
                </a:cubicBezTo>
                <a:cubicBezTo>
                  <a:pt x="3295" y="28836"/>
                  <a:pt x="4523" y="23922"/>
                  <a:pt x="6914" y="19461"/>
                </a:cubicBezTo>
                <a:cubicBezTo>
                  <a:pt x="9305" y="15000"/>
                  <a:pt x="12600" y="11250"/>
                  <a:pt x="16800" y="8276"/>
                </a:cubicBezTo>
                <a:cubicBezTo>
                  <a:pt x="19902" y="5948"/>
                  <a:pt x="24166" y="4009"/>
                  <a:pt x="29530" y="2392"/>
                </a:cubicBezTo>
                <a:cubicBezTo>
                  <a:pt x="34893" y="776"/>
                  <a:pt x="40708" y="0"/>
                  <a:pt x="46847" y="0"/>
                </a:cubicBezTo>
                <a:cubicBezTo>
                  <a:pt x="56087" y="0"/>
                  <a:pt x="64228" y="1358"/>
                  <a:pt x="71272" y="4009"/>
                </a:cubicBezTo>
                <a:cubicBezTo>
                  <a:pt x="78315" y="6659"/>
                  <a:pt x="83484" y="10280"/>
                  <a:pt x="86779" y="14871"/>
                </a:cubicBezTo>
                <a:cubicBezTo>
                  <a:pt x="90140" y="19461"/>
                  <a:pt x="92466" y="25539"/>
                  <a:pt x="93693" y="33232"/>
                </a:cubicBezTo>
                <a:lnTo>
                  <a:pt x="74115" y="35883"/>
                </a:lnTo>
                <a:cubicBezTo>
                  <a:pt x="73210" y="29806"/>
                  <a:pt x="70625" y="25086"/>
                  <a:pt x="66361" y="21659"/>
                </a:cubicBezTo>
                <a:cubicBezTo>
                  <a:pt x="62096" y="18233"/>
                  <a:pt x="56087" y="16487"/>
                  <a:pt x="48268" y="16487"/>
                </a:cubicBezTo>
                <a:cubicBezTo>
                  <a:pt x="39093" y="16487"/>
                  <a:pt x="32502" y="18039"/>
                  <a:pt x="28560" y="21077"/>
                </a:cubicBezTo>
                <a:cubicBezTo>
                  <a:pt x="24619" y="24116"/>
                  <a:pt x="22680" y="27672"/>
                  <a:pt x="22680" y="31745"/>
                </a:cubicBezTo>
                <a:cubicBezTo>
                  <a:pt x="22680" y="34396"/>
                  <a:pt x="23520" y="36724"/>
                  <a:pt x="25136" y="38793"/>
                </a:cubicBezTo>
                <a:cubicBezTo>
                  <a:pt x="26751" y="40926"/>
                  <a:pt x="29336" y="42737"/>
                  <a:pt x="32825" y="44094"/>
                </a:cubicBezTo>
                <a:cubicBezTo>
                  <a:pt x="34828" y="44870"/>
                  <a:pt x="40708" y="46616"/>
                  <a:pt x="50530" y="49267"/>
                </a:cubicBezTo>
                <a:cubicBezTo>
                  <a:pt x="64681" y="53081"/>
                  <a:pt x="74567" y="56185"/>
                  <a:pt x="80189" y="58577"/>
                </a:cubicBezTo>
                <a:cubicBezTo>
                  <a:pt x="85810" y="60969"/>
                  <a:pt x="90204" y="64461"/>
                  <a:pt x="93370" y="69051"/>
                </a:cubicBezTo>
                <a:cubicBezTo>
                  <a:pt x="96537" y="73642"/>
                  <a:pt x="98152" y="79396"/>
                  <a:pt x="98152" y="86249"/>
                </a:cubicBezTo>
                <a:cubicBezTo>
                  <a:pt x="98152" y="92909"/>
                  <a:pt x="96213" y="99245"/>
                  <a:pt x="92272" y="105128"/>
                </a:cubicBezTo>
                <a:cubicBezTo>
                  <a:pt x="88395" y="111012"/>
                  <a:pt x="82773" y="115538"/>
                  <a:pt x="75407" y="118770"/>
                </a:cubicBezTo>
                <a:cubicBezTo>
                  <a:pt x="68105" y="122003"/>
                  <a:pt x="59770" y="123619"/>
                  <a:pt x="50530" y="123619"/>
                </a:cubicBezTo>
                <a:cubicBezTo>
                  <a:pt x="35151" y="123619"/>
                  <a:pt x="23456" y="120451"/>
                  <a:pt x="15379" y="114051"/>
                </a:cubicBezTo>
                <a:cubicBezTo>
                  <a:pt x="7302" y="107650"/>
                  <a:pt x="2197" y="98210"/>
                  <a:pt x="0" y="85667"/>
                </a:cubicBezTo>
                <a:close/>
              </a:path>
            </a:pathLst>
          </a:custGeom>
          <a:solidFill>
            <a:srgbClr val="5E22F3">
              <a:alpha val="0"/>
            </a:srgbClr>
          </a:solidFill>
          <a:ln w="23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48478965-4E3D-2229-6F46-6672416E0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612826" y="2564485"/>
            <a:ext cx="5570328" cy="227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450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203F0937-0902-A590-8EE6-429E1DA8E40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0" y="0"/>
            <a:ext cx="8890000" cy="4230094"/>
          </a:xfrm>
          <a:custGeom>
            <a:avLst/>
            <a:gdLst>
              <a:gd name="connsiteX0" fmla="*/ 0 w 8931802"/>
              <a:gd name="connsiteY0" fmla="*/ 0 h 4230094"/>
              <a:gd name="connsiteX1" fmla="*/ 8931802 w 8931802"/>
              <a:gd name="connsiteY1" fmla="*/ 0 h 4230094"/>
              <a:gd name="connsiteX2" fmla="*/ 8931802 w 8931802"/>
              <a:gd name="connsiteY2" fmla="*/ 4012205 h 4230094"/>
              <a:gd name="connsiteX3" fmla="*/ 8713913 w 8931802"/>
              <a:gd name="connsiteY3" fmla="*/ 4230094 h 4230094"/>
              <a:gd name="connsiteX4" fmla="*/ 0 w 8931802"/>
              <a:gd name="connsiteY4" fmla="*/ 4230094 h 4230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31802" h="4230094">
                <a:moveTo>
                  <a:pt x="0" y="0"/>
                </a:moveTo>
                <a:lnTo>
                  <a:pt x="8931802" y="0"/>
                </a:lnTo>
                <a:lnTo>
                  <a:pt x="8931802" y="4012205"/>
                </a:lnTo>
                <a:cubicBezTo>
                  <a:pt x="8931802" y="4132542"/>
                  <a:pt x="8834250" y="4230094"/>
                  <a:pt x="8713913" y="4230094"/>
                </a:cubicBezTo>
                <a:lnTo>
                  <a:pt x="0" y="423009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13" name="Espaço Reservado para Texto 31">
            <a:extLst>
              <a:ext uri="{FF2B5EF4-FFF2-40B4-BE49-F238E27FC236}">
                <a16:creationId xmlns:a16="http://schemas.microsoft.com/office/drawing/2014/main" id="{0649BFDC-D6F6-F932-AC45-A828757584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83924" y="5440106"/>
            <a:ext cx="4805363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 algn="r">
              <a:buNone/>
              <a:defRPr lang="pt-BR" sz="4400" b="1" dirty="0"/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Texto do</a:t>
            </a:r>
            <a:br>
              <a:rPr lang="pt-BR" dirty="0"/>
            </a:br>
            <a:r>
              <a:rPr lang="pt-BR" dirty="0"/>
              <a:t>Slide Final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09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3" name="Espaço Reservado para Texto 32">
            <a:extLst>
              <a:ext uri="{FF2B5EF4-FFF2-40B4-BE49-F238E27FC236}">
                <a16:creationId xmlns:a16="http://schemas.microsoft.com/office/drawing/2014/main" id="{9D255CCC-5FB5-0C3B-3938-0F2D4951F6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7" hasCustomPrompt="1"/>
          </p:nvPr>
        </p:nvSpPr>
        <p:spPr>
          <a:xfrm>
            <a:off x="10567458" y="984844"/>
            <a:ext cx="1624542" cy="3248625"/>
          </a:xfrm>
          <a:custGeom>
            <a:avLst/>
            <a:gdLst>
              <a:gd name="connsiteX0" fmla="*/ 879842 w 1624542"/>
              <a:gd name="connsiteY0" fmla="*/ 809681 h 3248625"/>
              <a:gd name="connsiteX1" fmla="*/ 880400 w 1624542"/>
              <a:gd name="connsiteY1" fmla="*/ 814149 h 3248625"/>
              <a:gd name="connsiteX2" fmla="*/ 880451 w 1624542"/>
              <a:gd name="connsiteY2" fmla="*/ 814098 h 3248625"/>
              <a:gd name="connsiteX3" fmla="*/ 880654 w 1624542"/>
              <a:gd name="connsiteY3" fmla="*/ 811509 h 3248625"/>
              <a:gd name="connsiteX4" fmla="*/ 880197 w 1624542"/>
              <a:gd name="connsiteY4" fmla="*/ 809681 h 3248625"/>
              <a:gd name="connsiteX5" fmla="*/ 1624542 w 1624542"/>
              <a:gd name="connsiteY5" fmla="*/ 0 h 3248625"/>
              <a:gd name="connsiteX6" fmla="*/ 1624542 w 1624542"/>
              <a:gd name="connsiteY6" fmla="*/ 1624287 h 3248625"/>
              <a:gd name="connsiteX7" fmla="*/ 1052754 w 1624542"/>
              <a:gd name="connsiteY7" fmla="*/ 1864770 h 3248625"/>
              <a:gd name="connsiteX8" fmla="*/ 562701 w 1624542"/>
              <a:gd name="connsiteY8" fmla="*/ 3006721 h 3248625"/>
              <a:gd name="connsiteX9" fmla="*/ 0 w 1624542"/>
              <a:gd name="connsiteY9" fmla="*/ 3248625 h 3248625"/>
              <a:gd name="connsiteX10" fmla="*/ 0 w 1624542"/>
              <a:gd name="connsiteY10" fmla="*/ 1647843 h 3248625"/>
              <a:gd name="connsiteX11" fmla="*/ 571788 w 1624542"/>
              <a:gd name="connsiteY11" fmla="*/ 1383804 h 3248625"/>
              <a:gd name="connsiteX12" fmla="*/ 1061841 w 1624542"/>
              <a:gd name="connsiteY12" fmla="*/ 241904 h 3248625"/>
              <a:gd name="connsiteX13" fmla="*/ 1624542 w 1624542"/>
              <a:gd name="connsiteY13" fmla="*/ 0 h 324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24542" h="3248625">
                <a:moveTo>
                  <a:pt x="879842" y="809681"/>
                </a:moveTo>
                <a:cubicBezTo>
                  <a:pt x="880096" y="811154"/>
                  <a:pt x="880197" y="812677"/>
                  <a:pt x="880400" y="814149"/>
                </a:cubicBezTo>
                <a:lnTo>
                  <a:pt x="880451" y="814098"/>
                </a:lnTo>
                <a:cubicBezTo>
                  <a:pt x="880502" y="813235"/>
                  <a:pt x="880603" y="812372"/>
                  <a:pt x="880654" y="811509"/>
                </a:cubicBezTo>
                <a:cubicBezTo>
                  <a:pt x="880502" y="810900"/>
                  <a:pt x="880350" y="810291"/>
                  <a:pt x="880197" y="809681"/>
                </a:cubicBezTo>
                <a:close/>
                <a:moveTo>
                  <a:pt x="1624542" y="0"/>
                </a:moveTo>
                <a:lnTo>
                  <a:pt x="1624542" y="1624287"/>
                </a:lnTo>
                <a:cubicBezTo>
                  <a:pt x="1434674" y="1657540"/>
                  <a:pt x="1238358" y="1679166"/>
                  <a:pt x="1052754" y="1864770"/>
                </a:cubicBezTo>
                <a:cubicBezTo>
                  <a:pt x="667230" y="2250345"/>
                  <a:pt x="887406" y="2682016"/>
                  <a:pt x="562701" y="3006721"/>
                </a:cubicBezTo>
                <a:cubicBezTo>
                  <a:pt x="423955" y="3145416"/>
                  <a:pt x="220176" y="3247102"/>
                  <a:pt x="0" y="3248625"/>
                </a:cubicBezTo>
                <a:lnTo>
                  <a:pt x="0" y="1647843"/>
                </a:lnTo>
                <a:cubicBezTo>
                  <a:pt x="189919" y="1614591"/>
                  <a:pt x="386184" y="1569408"/>
                  <a:pt x="571788" y="1383804"/>
                </a:cubicBezTo>
                <a:cubicBezTo>
                  <a:pt x="957312" y="998280"/>
                  <a:pt x="737136" y="566609"/>
                  <a:pt x="1061841" y="241904"/>
                </a:cubicBezTo>
                <a:cubicBezTo>
                  <a:pt x="1200587" y="103209"/>
                  <a:pt x="1404366" y="1523"/>
                  <a:pt x="1624542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4" name="Espaço Reservado para Texto 33">
            <a:extLst>
              <a:ext uri="{FF2B5EF4-FFF2-40B4-BE49-F238E27FC236}">
                <a16:creationId xmlns:a16="http://schemas.microsoft.com/office/drawing/2014/main" id="{D42DCDC9-9D37-7633-6325-4949697D2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8942917" y="-626996"/>
            <a:ext cx="1624541" cy="3248624"/>
          </a:xfrm>
          <a:custGeom>
            <a:avLst/>
            <a:gdLst>
              <a:gd name="connsiteX0" fmla="*/ 744345 w 1624541"/>
              <a:gd name="connsiteY0" fmla="*/ 809681 h 3248624"/>
              <a:gd name="connsiteX1" fmla="*/ 743888 w 1624541"/>
              <a:gd name="connsiteY1" fmla="*/ 811509 h 3248624"/>
              <a:gd name="connsiteX2" fmla="*/ 744091 w 1624541"/>
              <a:gd name="connsiteY2" fmla="*/ 814098 h 3248624"/>
              <a:gd name="connsiteX3" fmla="*/ 744142 w 1624541"/>
              <a:gd name="connsiteY3" fmla="*/ 814149 h 3248624"/>
              <a:gd name="connsiteX4" fmla="*/ 744700 w 1624541"/>
              <a:gd name="connsiteY4" fmla="*/ 809681 h 3248624"/>
              <a:gd name="connsiteX5" fmla="*/ 0 w 1624541"/>
              <a:gd name="connsiteY5" fmla="*/ 0 h 3248624"/>
              <a:gd name="connsiteX6" fmla="*/ 562701 w 1624541"/>
              <a:gd name="connsiteY6" fmla="*/ 241904 h 3248624"/>
              <a:gd name="connsiteX7" fmla="*/ 1052753 w 1624541"/>
              <a:gd name="connsiteY7" fmla="*/ 1383804 h 3248624"/>
              <a:gd name="connsiteX8" fmla="*/ 1624541 w 1624541"/>
              <a:gd name="connsiteY8" fmla="*/ 1647842 h 3248624"/>
              <a:gd name="connsiteX9" fmla="*/ 1624541 w 1624541"/>
              <a:gd name="connsiteY9" fmla="*/ 3248624 h 3248624"/>
              <a:gd name="connsiteX10" fmla="*/ 1061840 w 1624541"/>
              <a:gd name="connsiteY10" fmla="*/ 3006720 h 3248624"/>
              <a:gd name="connsiteX11" fmla="*/ 571788 w 1624541"/>
              <a:gd name="connsiteY11" fmla="*/ 1864769 h 3248624"/>
              <a:gd name="connsiteX12" fmla="*/ 0 w 1624541"/>
              <a:gd name="connsiteY12" fmla="*/ 1624287 h 324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4541" h="3248624">
                <a:moveTo>
                  <a:pt x="744345" y="809681"/>
                </a:moveTo>
                <a:cubicBezTo>
                  <a:pt x="744192" y="810291"/>
                  <a:pt x="744040" y="810900"/>
                  <a:pt x="743888" y="811509"/>
                </a:cubicBezTo>
                <a:cubicBezTo>
                  <a:pt x="743939" y="812372"/>
                  <a:pt x="744040" y="813235"/>
                  <a:pt x="744091" y="814098"/>
                </a:cubicBezTo>
                <a:lnTo>
                  <a:pt x="744142" y="814149"/>
                </a:lnTo>
                <a:cubicBezTo>
                  <a:pt x="744345" y="812677"/>
                  <a:pt x="744446" y="811154"/>
                  <a:pt x="744700" y="809681"/>
                </a:cubicBezTo>
                <a:close/>
                <a:moveTo>
                  <a:pt x="0" y="0"/>
                </a:moveTo>
                <a:cubicBezTo>
                  <a:pt x="220176" y="1523"/>
                  <a:pt x="423955" y="103209"/>
                  <a:pt x="562701" y="241904"/>
                </a:cubicBezTo>
                <a:cubicBezTo>
                  <a:pt x="887405" y="566609"/>
                  <a:pt x="667230" y="998280"/>
                  <a:pt x="1052753" y="1383804"/>
                </a:cubicBezTo>
                <a:cubicBezTo>
                  <a:pt x="1238357" y="1569408"/>
                  <a:pt x="1434622" y="1614591"/>
                  <a:pt x="1624541" y="1647842"/>
                </a:cubicBezTo>
                <a:lnTo>
                  <a:pt x="1624541" y="3248624"/>
                </a:lnTo>
                <a:cubicBezTo>
                  <a:pt x="1404365" y="3247101"/>
                  <a:pt x="1200586" y="3145415"/>
                  <a:pt x="1061840" y="3006720"/>
                </a:cubicBezTo>
                <a:cubicBezTo>
                  <a:pt x="737136" y="2682015"/>
                  <a:pt x="957311" y="2250344"/>
                  <a:pt x="571788" y="1864769"/>
                </a:cubicBezTo>
                <a:cubicBezTo>
                  <a:pt x="386184" y="1679165"/>
                  <a:pt x="189868" y="1657539"/>
                  <a:pt x="0" y="1624287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5" name="Espaço Reservado para Texto 34">
            <a:extLst>
              <a:ext uri="{FF2B5EF4-FFF2-40B4-BE49-F238E27FC236}">
                <a16:creationId xmlns:a16="http://schemas.microsoft.com/office/drawing/2014/main" id="{1996DB11-AB11-E6C8-7A76-DC6A2054F4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7318908" y="984844"/>
            <a:ext cx="1624542" cy="3248625"/>
          </a:xfrm>
          <a:custGeom>
            <a:avLst/>
            <a:gdLst>
              <a:gd name="connsiteX0" fmla="*/ 879842 w 1624542"/>
              <a:gd name="connsiteY0" fmla="*/ 809681 h 3248625"/>
              <a:gd name="connsiteX1" fmla="*/ 880400 w 1624542"/>
              <a:gd name="connsiteY1" fmla="*/ 814149 h 3248625"/>
              <a:gd name="connsiteX2" fmla="*/ 880451 w 1624542"/>
              <a:gd name="connsiteY2" fmla="*/ 814098 h 3248625"/>
              <a:gd name="connsiteX3" fmla="*/ 880654 w 1624542"/>
              <a:gd name="connsiteY3" fmla="*/ 811509 h 3248625"/>
              <a:gd name="connsiteX4" fmla="*/ 880197 w 1624542"/>
              <a:gd name="connsiteY4" fmla="*/ 809681 h 3248625"/>
              <a:gd name="connsiteX5" fmla="*/ 1624542 w 1624542"/>
              <a:gd name="connsiteY5" fmla="*/ 0 h 3248625"/>
              <a:gd name="connsiteX6" fmla="*/ 1624542 w 1624542"/>
              <a:gd name="connsiteY6" fmla="*/ 1624287 h 3248625"/>
              <a:gd name="connsiteX7" fmla="*/ 1052754 w 1624542"/>
              <a:gd name="connsiteY7" fmla="*/ 1864770 h 3248625"/>
              <a:gd name="connsiteX8" fmla="*/ 562701 w 1624542"/>
              <a:gd name="connsiteY8" fmla="*/ 3006721 h 3248625"/>
              <a:gd name="connsiteX9" fmla="*/ 0 w 1624542"/>
              <a:gd name="connsiteY9" fmla="*/ 3248625 h 3248625"/>
              <a:gd name="connsiteX10" fmla="*/ 0 w 1624542"/>
              <a:gd name="connsiteY10" fmla="*/ 1647843 h 3248625"/>
              <a:gd name="connsiteX11" fmla="*/ 571788 w 1624542"/>
              <a:gd name="connsiteY11" fmla="*/ 1383804 h 3248625"/>
              <a:gd name="connsiteX12" fmla="*/ 1061841 w 1624542"/>
              <a:gd name="connsiteY12" fmla="*/ 241904 h 3248625"/>
              <a:gd name="connsiteX13" fmla="*/ 1624542 w 1624542"/>
              <a:gd name="connsiteY13" fmla="*/ 0 h 324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624542" h="3248625">
                <a:moveTo>
                  <a:pt x="879842" y="809681"/>
                </a:moveTo>
                <a:cubicBezTo>
                  <a:pt x="880096" y="811154"/>
                  <a:pt x="880197" y="812677"/>
                  <a:pt x="880400" y="814149"/>
                </a:cubicBezTo>
                <a:lnTo>
                  <a:pt x="880451" y="814098"/>
                </a:lnTo>
                <a:cubicBezTo>
                  <a:pt x="880502" y="813235"/>
                  <a:pt x="880603" y="812372"/>
                  <a:pt x="880654" y="811509"/>
                </a:cubicBezTo>
                <a:cubicBezTo>
                  <a:pt x="880502" y="810900"/>
                  <a:pt x="880350" y="810291"/>
                  <a:pt x="880197" y="809681"/>
                </a:cubicBezTo>
                <a:close/>
                <a:moveTo>
                  <a:pt x="1624542" y="0"/>
                </a:moveTo>
                <a:lnTo>
                  <a:pt x="1624542" y="1624287"/>
                </a:lnTo>
                <a:cubicBezTo>
                  <a:pt x="1434674" y="1657540"/>
                  <a:pt x="1238358" y="1679166"/>
                  <a:pt x="1052754" y="1864770"/>
                </a:cubicBezTo>
                <a:cubicBezTo>
                  <a:pt x="667230" y="2250345"/>
                  <a:pt x="887406" y="2682016"/>
                  <a:pt x="562701" y="3006721"/>
                </a:cubicBezTo>
                <a:cubicBezTo>
                  <a:pt x="423955" y="3145416"/>
                  <a:pt x="220176" y="3247102"/>
                  <a:pt x="0" y="3248625"/>
                </a:cubicBezTo>
                <a:lnTo>
                  <a:pt x="0" y="1647843"/>
                </a:lnTo>
                <a:cubicBezTo>
                  <a:pt x="189919" y="1614591"/>
                  <a:pt x="386184" y="1569408"/>
                  <a:pt x="571788" y="1383804"/>
                </a:cubicBezTo>
                <a:cubicBezTo>
                  <a:pt x="957312" y="998280"/>
                  <a:pt x="737136" y="566609"/>
                  <a:pt x="1061841" y="241904"/>
                </a:cubicBezTo>
                <a:cubicBezTo>
                  <a:pt x="1200587" y="103209"/>
                  <a:pt x="1404366" y="1523"/>
                  <a:pt x="1624542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36" name="Espaço Reservado para Texto 35">
            <a:extLst>
              <a:ext uri="{FF2B5EF4-FFF2-40B4-BE49-F238E27FC236}">
                <a16:creationId xmlns:a16="http://schemas.microsoft.com/office/drawing/2014/main" id="{318959AD-9F02-DF82-EABC-420B7E4D94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5694367" y="-621209"/>
            <a:ext cx="1624541" cy="3248624"/>
          </a:xfrm>
          <a:custGeom>
            <a:avLst/>
            <a:gdLst>
              <a:gd name="connsiteX0" fmla="*/ 744344 w 1624541"/>
              <a:gd name="connsiteY0" fmla="*/ 809681 h 3248624"/>
              <a:gd name="connsiteX1" fmla="*/ 743887 w 1624541"/>
              <a:gd name="connsiteY1" fmla="*/ 811509 h 3248624"/>
              <a:gd name="connsiteX2" fmla="*/ 744090 w 1624541"/>
              <a:gd name="connsiteY2" fmla="*/ 814098 h 3248624"/>
              <a:gd name="connsiteX3" fmla="*/ 744141 w 1624541"/>
              <a:gd name="connsiteY3" fmla="*/ 814149 h 3248624"/>
              <a:gd name="connsiteX4" fmla="*/ 744699 w 1624541"/>
              <a:gd name="connsiteY4" fmla="*/ 809681 h 3248624"/>
              <a:gd name="connsiteX5" fmla="*/ 0 w 1624541"/>
              <a:gd name="connsiteY5" fmla="*/ 0 h 3248624"/>
              <a:gd name="connsiteX6" fmla="*/ 562700 w 1624541"/>
              <a:gd name="connsiteY6" fmla="*/ 241904 h 3248624"/>
              <a:gd name="connsiteX7" fmla="*/ 1052754 w 1624541"/>
              <a:gd name="connsiteY7" fmla="*/ 1383804 h 3248624"/>
              <a:gd name="connsiteX8" fmla="*/ 1624541 w 1624541"/>
              <a:gd name="connsiteY8" fmla="*/ 1647842 h 3248624"/>
              <a:gd name="connsiteX9" fmla="*/ 1624541 w 1624541"/>
              <a:gd name="connsiteY9" fmla="*/ 3248624 h 3248624"/>
              <a:gd name="connsiteX10" fmla="*/ 1061841 w 1624541"/>
              <a:gd name="connsiteY10" fmla="*/ 3006720 h 3248624"/>
              <a:gd name="connsiteX11" fmla="*/ 571787 w 1624541"/>
              <a:gd name="connsiteY11" fmla="*/ 1864769 h 3248624"/>
              <a:gd name="connsiteX12" fmla="*/ 0 w 1624541"/>
              <a:gd name="connsiteY12" fmla="*/ 1624287 h 3248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4541" h="3248624">
                <a:moveTo>
                  <a:pt x="744344" y="809681"/>
                </a:moveTo>
                <a:cubicBezTo>
                  <a:pt x="744191" y="810291"/>
                  <a:pt x="744039" y="810900"/>
                  <a:pt x="743887" y="811509"/>
                </a:cubicBezTo>
                <a:cubicBezTo>
                  <a:pt x="743938" y="812372"/>
                  <a:pt x="744039" y="813235"/>
                  <a:pt x="744090" y="814098"/>
                </a:cubicBezTo>
                <a:lnTo>
                  <a:pt x="744141" y="814149"/>
                </a:lnTo>
                <a:cubicBezTo>
                  <a:pt x="744344" y="812677"/>
                  <a:pt x="744445" y="811154"/>
                  <a:pt x="744699" y="809681"/>
                </a:cubicBezTo>
                <a:close/>
                <a:moveTo>
                  <a:pt x="0" y="0"/>
                </a:moveTo>
                <a:cubicBezTo>
                  <a:pt x="220176" y="1523"/>
                  <a:pt x="423955" y="103209"/>
                  <a:pt x="562700" y="241904"/>
                </a:cubicBezTo>
                <a:cubicBezTo>
                  <a:pt x="887405" y="566609"/>
                  <a:pt x="667229" y="998280"/>
                  <a:pt x="1052754" y="1383804"/>
                </a:cubicBezTo>
                <a:cubicBezTo>
                  <a:pt x="1238357" y="1569408"/>
                  <a:pt x="1434622" y="1614591"/>
                  <a:pt x="1624541" y="1647842"/>
                </a:cubicBezTo>
                <a:lnTo>
                  <a:pt x="1624541" y="3248624"/>
                </a:lnTo>
                <a:cubicBezTo>
                  <a:pt x="1404365" y="3247101"/>
                  <a:pt x="1200586" y="3145415"/>
                  <a:pt x="1061841" y="3006720"/>
                </a:cubicBezTo>
                <a:cubicBezTo>
                  <a:pt x="737135" y="2682015"/>
                  <a:pt x="957311" y="2250344"/>
                  <a:pt x="571787" y="1864769"/>
                </a:cubicBezTo>
                <a:cubicBezTo>
                  <a:pt x="386184" y="1679165"/>
                  <a:pt x="189868" y="1657539"/>
                  <a:pt x="0" y="1624287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pt-BR"/>
              <a:t>.</a:t>
            </a:r>
          </a:p>
        </p:txBody>
      </p:sp>
      <p:sp>
        <p:nvSpPr>
          <p:cNvPr id="4" name="Forma Livre 3">
            <a:extLst>
              <a:ext uri="{FF2B5EF4-FFF2-40B4-BE49-F238E27FC236}">
                <a16:creationId xmlns:a16="http://schemas.microsoft.com/office/drawing/2014/main" id="{C083D421-2DB6-110E-0396-9853EC4D3AC8}"/>
              </a:ext>
            </a:extLst>
          </p:cNvPr>
          <p:cNvSpPr/>
          <p:nvPr userDrawn="1"/>
        </p:nvSpPr>
        <p:spPr>
          <a:xfrm>
            <a:off x="1540584" y="6534909"/>
            <a:ext cx="45719" cy="251455"/>
          </a:xfrm>
          <a:custGeom>
            <a:avLst/>
            <a:gdLst>
              <a:gd name="connsiteX0" fmla="*/ 0 w 1234"/>
              <a:gd name="connsiteY0" fmla="*/ 0 h 6787"/>
              <a:gd name="connsiteX1" fmla="*/ 541 w 1234"/>
              <a:gd name="connsiteY1" fmla="*/ 0 h 6787"/>
              <a:gd name="connsiteX2" fmla="*/ 1234 w 1234"/>
              <a:gd name="connsiteY2" fmla="*/ 2777 h 6787"/>
              <a:gd name="connsiteX3" fmla="*/ 926 w 1234"/>
              <a:gd name="connsiteY3" fmla="*/ 6710 h 6787"/>
              <a:gd name="connsiteX4" fmla="*/ 849 w 1234"/>
              <a:gd name="connsiteY4" fmla="*/ 6787 h 6787"/>
              <a:gd name="connsiteX5" fmla="*/ 0 w 1234"/>
              <a:gd name="connsiteY5" fmla="*/ 0 h 6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34" h="6787">
                <a:moveTo>
                  <a:pt x="0" y="0"/>
                </a:moveTo>
                <a:lnTo>
                  <a:pt x="541" y="0"/>
                </a:lnTo>
                <a:cubicBezTo>
                  <a:pt x="772" y="925"/>
                  <a:pt x="1004" y="1851"/>
                  <a:pt x="1234" y="2777"/>
                </a:cubicBezTo>
                <a:cubicBezTo>
                  <a:pt x="1157" y="4088"/>
                  <a:pt x="1004" y="5399"/>
                  <a:pt x="926" y="6710"/>
                </a:cubicBezTo>
                <a:lnTo>
                  <a:pt x="849" y="6787"/>
                </a:lnTo>
                <a:cubicBezTo>
                  <a:pt x="541" y="4550"/>
                  <a:pt x="387" y="2237"/>
                  <a:pt x="0" y="0"/>
                </a:cubicBezTo>
                <a:close/>
              </a:path>
            </a:pathLst>
          </a:custGeom>
          <a:solidFill>
            <a:srgbClr val="4811D1"/>
          </a:solidFill>
          <a:ln w="770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0D28007C-49A9-9CD2-7FDD-9CC894DB3C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4415" y="4965603"/>
            <a:ext cx="4365593" cy="17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29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Imagem 14">
            <a:extLst>
              <a:ext uri="{FF2B5EF4-FFF2-40B4-BE49-F238E27FC236}">
                <a16:creationId xmlns:a16="http://schemas.microsoft.com/office/drawing/2014/main" id="{193B4819-ABF5-CD00-57E2-FF0A12E7A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2553866 w 12192699"/>
              <a:gd name="connsiteY0" fmla="*/ 1700130 h 6858140"/>
              <a:gd name="connsiteX1" fmla="*/ 2553866 w 12192699"/>
              <a:gd name="connsiteY1" fmla="*/ 4271693 h 6858140"/>
              <a:gd name="connsiteX2" fmla="*/ 3456692 w 12192699"/>
              <a:gd name="connsiteY2" fmla="*/ 4652737 h 6858140"/>
              <a:gd name="connsiteX3" fmla="*/ 4230355 w 12192699"/>
              <a:gd name="connsiteY3" fmla="*/ 6460822 h 6858140"/>
              <a:gd name="connsiteX4" fmla="*/ 5118847 w 12192699"/>
              <a:gd name="connsiteY4" fmla="*/ 6843930 h 6858140"/>
              <a:gd name="connsiteX5" fmla="*/ 5118847 w 12192699"/>
              <a:gd name="connsiteY5" fmla="*/ 4272367 h 6858140"/>
              <a:gd name="connsiteX6" fmla="*/ 4216024 w 12192699"/>
              <a:gd name="connsiteY6" fmla="*/ 3891331 h 6858140"/>
              <a:gd name="connsiteX7" fmla="*/ 3442358 w 12192699"/>
              <a:gd name="connsiteY7" fmla="*/ 2083238 h 6858140"/>
              <a:gd name="connsiteX8" fmla="*/ 2553866 w 12192699"/>
              <a:gd name="connsiteY8" fmla="*/ 1700130 h 6858140"/>
              <a:gd name="connsiteX9" fmla="*/ 8891767 w 12192699"/>
              <a:gd name="connsiteY9" fmla="*/ 5938 h 6858140"/>
              <a:gd name="connsiteX10" fmla="*/ 8954467 w 12192699"/>
              <a:gd name="connsiteY10" fmla="*/ 213730 h 6858140"/>
              <a:gd name="connsiteX11" fmla="*/ 9350891 w 12192699"/>
              <a:gd name="connsiteY11" fmla="*/ 1317021 h 6858140"/>
              <a:gd name="connsiteX12" fmla="*/ 10239383 w 12192699"/>
              <a:gd name="connsiteY12" fmla="*/ 1700129 h 6858140"/>
              <a:gd name="connsiteX13" fmla="*/ 10239383 w 12192699"/>
              <a:gd name="connsiteY13" fmla="*/ 5938 h 6858140"/>
              <a:gd name="connsiteX14" fmla="*/ 6522856 w 12192699"/>
              <a:gd name="connsiteY14" fmla="*/ 5938 h 6858140"/>
              <a:gd name="connsiteX15" fmla="*/ 6485848 w 12192699"/>
              <a:gd name="connsiteY15" fmla="*/ 148597 h 6858140"/>
              <a:gd name="connsiteX16" fmla="*/ 6021671 w 12192699"/>
              <a:gd name="connsiteY16" fmla="*/ 1319431 h 6858140"/>
              <a:gd name="connsiteX17" fmla="*/ 5118847 w 12192699"/>
              <a:gd name="connsiteY17" fmla="*/ 1700467 h 6858140"/>
              <a:gd name="connsiteX18" fmla="*/ 5118847 w 12192699"/>
              <a:gd name="connsiteY18" fmla="*/ 4272031 h 6858140"/>
              <a:gd name="connsiteX19" fmla="*/ 6007340 w 12192699"/>
              <a:gd name="connsiteY19" fmla="*/ 3888923 h 6858140"/>
              <a:gd name="connsiteX20" fmla="*/ 6781003 w 12192699"/>
              <a:gd name="connsiteY20" fmla="*/ 2080838 h 6858140"/>
              <a:gd name="connsiteX21" fmla="*/ 7683829 w 12192699"/>
              <a:gd name="connsiteY21" fmla="*/ 1699793 h 6858140"/>
              <a:gd name="connsiteX22" fmla="*/ 7683829 w 12192699"/>
              <a:gd name="connsiteY22" fmla="*/ 5938 h 6858140"/>
              <a:gd name="connsiteX23" fmla="*/ 0 w 12192699"/>
              <a:gd name="connsiteY23" fmla="*/ 0 h 6858140"/>
              <a:gd name="connsiteX24" fmla="*/ 12192699 w 12192699"/>
              <a:gd name="connsiteY24" fmla="*/ 0 h 6858140"/>
              <a:gd name="connsiteX25" fmla="*/ 12192699 w 12192699"/>
              <a:gd name="connsiteY25" fmla="*/ 6858140 h 6858140"/>
              <a:gd name="connsiteX26" fmla="*/ 0 w 12192699"/>
              <a:gd name="connsiteY26" fmla="*/ 6858140 h 6858140"/>
              <a:gd name="connsiteX27" fmla="*/ 0 w 12192699"/>
              <a:gd name="connsiteY27" fmla="*/ 4271401 h 6858140"/>
              <a:gd name="connsiteX28" fmla="*/ 120326 w 12192699"/>
              <a:gd name="connsiteY28" fmla="*/ 4264577 h 6858140"/>
              <a:gd name="connsiteX29" fmla="*/ 877376 w 12192699"/>
              <a:gd name="connsiteY29" fmla="*/ 3888923 h 6858140"/>
              <a:gd name="connsiteX30" fmla="*/ 1651040 w 12192699"/>
              <a:gd name="connsiteY30" fmla="*/ 2080838 h 6858140"/>
              <a:gd name="connsiteX31" fmla="*/ 2553866 w 12192699"/>
              <a:gd name="connsiteY31" fmla="*/ 1699793 h 6858140"/>
              <a:gd name="connsiteX32" fmla="*/ 2553866 w 12192699"/>
              <a:gd name="connsiteY32" fmla="*/ 5938 h 6858140"/>
              <a:gd name="connsiteX33" fmla="*/ 1392894 w 12192699"/>
              <a:gd name="connsiteY33" fmla="*/ 5938 h 6858140"/>
              <a:gd name="connsiteX34" fmla="*/ 1355885 w 12192699"/>
              <a:gd name="connsiteY34" fmla="*/ 148597 h 6858140"/>
              <a:gd name="connsiteX35" fmla="*/ 891708 w 12192699"/>
              <a:gd name="connsiteY35" fmla="*/ 1319431 h 6858140"/>
              <a:gd name="connsiteX36" fmla="*/ 102188 w 12192699"/>
              <a:gd name="connsiteY36" fmla="*/ 1696159 h 6858140"/>
              <a:gd name="connsiteX37" fmla="*/ 0 w 12192699"/>
              <a:gd name="connsiteY37" fmla="*/ 1700045 h 6858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699" h="6858140">
                <a:moveTo>
                  <a:pt x="2553866" y="1700130"/>
                </a:moveTo>
                <a:lnTo>
                  <a:pt x="2553866" y="4271693"/>
                </a:lnTo>
                <a:cubicBezTo>
                  <a:pt x="2858005" y="4271693"/>
                  <a:pt x="3163508" y="4358573"/>
                  <a:pt x="3456692" y="4652737"/>
                </a:cubicBezTo>
                <a:cubicBezTo>
                  <a:pt x="4065635" y="5262969"/>
                  <a:pt x="3717768" y="5947065"/>
                  <a:pt x="4230355" y="6460822"/>
                </a:cubicBezTo>
                <a:cubicBezTo>
                  <a:pt x="4449070" y="6680423"/>
                  <a:pt x="4762762" y="6843930"/>
                  <a:pt x="5118847" y="6843930"/>
                </a:cubicBezTo>
                <a:lnTo>
                  <a:pt x="5118847" y="4272367"/>
                </a:lnTo>
                <a:cubicBezTo>
                  <a:pt x="4817444" y="4272367"/>
                  <a:pt x="4509206" y="4185487"/>
                  <a:pt x="4216024" y="3891331"/>
                </a:cubicBezTo>
                <a:cubicBezTo>
                  <a:pt x="3607079" y="3281100"/>
                  <a:pt x="3954945" y="2597671"/>
                  <a:pt x="3442358" y="2083238"/>
                </a:cubicBezTo>
                <a:cubicBezTo>
                  <a:pt x="3222970" y="1863646"/>
                  <a:pt x="2901733" y="1702868"/>
                  <a:pt x="2553866" y="1700130"/>
                </a:cubicBezTo>
                <a:close/>
                <a:moveTo>
                  <a:pt x="8891767" y="5938"/>
                </a:moveTo>
                <a:lnTo>
                  <a:pt x="8954467" y="213730"/>
                </a:lnTo>
                <a:cubicBezTo>
                  <a:pt x="9046272" y="608286"/>
                  <a:pt x="9030524" y="995923"/>
                  <a:pt x="9350891" y="1317021"/>
                </a:cubicBezTo>
                <a:cubicBezTo>
                  <a:pt x="9569606" y="1536622"/>
                  <a:pt x="9883298" y="1700129"/>
                  <a:pt x="10239383" y="1700129"/>
                </a:cubicBezTo>
                <a:lnTo>
                  <a:pt x="10239383" y="5938"/>
                </a:lnTo>
                <a:close/>
                <a:moveTo>
                  <a:pt x="6522856" y="5938"/>
                </a:moveTo>
                <a:lnTo>
                  <a:pt x="6485848" y="148597"/>
                </a:lnTo>
                <a:cubicBezTo>
                  <a:pt x="6409097" y="528048"/>
                  <a:pt x="6402261" y="938036"/>
                  <a:pt x="6021671" y="1319431"/>
                </a:cubicBezTo>
                <a:cubicBezTo>
                  <a:pt x="5728488" y="1613587"/>
                  <a:pt x="5420250" y="1700467"/>
                  <a:pt x="5118847" y="1700467"/>
                </a:cubicBezTo>
                <a:lnTo>
                  <a:pt x="5118847" y="4272031"/>
                </a:lnTo>
                <a:cubicBezTo>
                  <a:pt x="5474933" y="4272031"/>
                  <a:pt x="5788624" y="4108524"/>
                  <a:pt x="6007340" y="3888923"/>
                </a:cubicBezTo>
                <a:cubicBezTo>
                  <a:pt x="6519926" y="3375166"/>
                  <a:pt x="6172060" y="2691069"/>
                  <a:pt x="6781003" y="2080838"/>
                </a:cubicBezTo>
                <a:cubicBezTo>
                  <a:pt x="7074187" y="1786673"/>
                  <a:pt x="7379690" y="1699793"/>
                  <a:pt x="7683829" y="1699793"/>
                </a:cubicBezTo>
                <a:lnTo>
                  <a:pt x="7683829" y="5938"/>
                </a:lnTo>
                <a:close/>
                <a:moveTo>
                  <a:pt x="0" y="0"/>
                </a:moveTo>
                <a:lnTo>
                  <a:pt x="12192699" y="0"/>
                </a:lnTo>
                <a:lnTo>
                  <a:pt x="12192699" y="6858140"/>
                </a:lnTo>
                <a:lnTo>
                  <a:pt x="0" y="6858140"/>
                </a:lnTo>
                <a:lnTo>
                  <a:pt x="0" y="4271401"/>
                </a:lnTo>
                <a:lnTo>
                  <a:pt x="120326" y="4264577"/>
                </a:lnTo>
                <a:cubicBezTo>
                  <a:pt x="421908" y="4230278"/>
                  <a:pt x="686001" y="4081074"/>
                  <a:pt x="877376" y="3888923"/>
                </a:cubicBezTo>
                <a:cubicBezTo>
                  <a:pt x="1389964" y="3375166"/>
                  <a:pt x="1042097" y="2691069"/>
                  <a:pt x="1651040" y="2080838"/>
                </a:cubicBezTo>
                <a:cubicBezTo>
                  <a:pt x="1944225" y="1786673"/>
                  <a:pt x="2249727" y="1699793"/>
                  <a:pt x="2553866" y="1699793"/>
                </a:cubicBezTo>
                <a:lnTo>
                  <a:pt x="2553866" y="5938"/>
                </a:lnTo>
                <a:lnTo>
                  <a:pt x="1392894" y="5938"/>
                </a:lnTo>
                <a:lnTo>
                  <a:pt x="1355885" y="148597"/>
                </a:lnTo>
                <a:cubicBezTo>
                  <a:pt x="1279135" y="528048"/>
                  <a:pt x="1272299" y="938036"/>
                  <a:pt x="891708" y="1319431"/>
                </a:cubicBezTo>
                <a:cubicBezTo>
                  <a:pt x="635174" y="1576818"/>
                  <a:pt x="367112" y="1675508"/>
                  <a:pt x="102188" y="1696159"/>
                </a:cubicBezTo>
                <a:lnTo>
                  <a:pt x="0" y="17000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endParaRPr lang="pt-BR" dirty="0"/>
          </a:p>
        </p:txBody>
      </p:sp>
      <p:sp>
        <p:nvSpPr>
          <p:cNvPr id="37" name="Espaço Reservado para Texto 78">
            <a:extLst>
              <a:ext uri="{FF2B5EF4-FFF2-40B4-BE49-F238E27FC236}">
                <a16:creationId xmlns:a16="http://schemas.microsoft.com/office/drawing/2014/main" id="{519C48F3-F39C-B17B-1418-F35AC621CA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6200000">
            <a:off x="6237288" y="903287"/>
            <a:ext cx="6858000" cy="5051425"/>
          </a:xfrm>
          <a:custGeom>
            <a:avLst/>
            <a:gdLst>
              <a:gd name="connsiteX0" fmla="*/ 0 w 12192000"/>
              <a:gd name="connsiteY0" fmla="*/ 0 h 3332626"/>
              <a:gd name="connsiteX1" fmla="*/ 12192000 w 12192000"/>
              <a:gd name="connsiteY1" fmla="*/ 0 h 3332626"/>
              <a:gd name="connsiteX2" fmla="*/ 12192000 w 12192000"/>
              <a:gd name="connsiteY2" fmla="*/ 3332626 h 3332626"/>
              <a:gd name="connsiteX3" fmla="*/ 0 w 12192000"/>
              <a:gd name="connsiteY3" fmla="*/ 3332626 h 3332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332626">
                <a:moveTo>
                  <a:pt x="0" y="0"/>
                </a:moveTo>
                <a:lnTo>
                  <a:pt x="12192000" y="0"/>
                </a:lnTo>
                <a:lnTo>
                  <a:pt x="12192000" y="3332626"/>
                </a:lnTo>
                <a:lnTo>
                  <a:pt x="0" y="3332626"/>
                </a:lnTo>
                <a:close/>
              </a:path>
            </a:pathLst>
          </a:custGeom>
          <a:gradFill flip="none" rotWithShape="1">
            <a:gsLst>
              <a:gs pos="0">
                <a:schemeClr val="tx1">
                  <a:alpha val="73414"/>
                </a:schemeClr>
              </a:gs>
              <a:gs pos="48000">
                <a:schemeClr val="tx1">
                  <a:alpha val="34827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5F79F052-E509-C2B3-D3B4-B5DF56B002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40354" y="3287053"/>
            <a:ext cx="4480361" cy="1217342"/>
          </a:xfrm>
          <a:custGeom>
            <a:avLst/>
            <a:gdLst>
              <a:gd name="connsiteX0" fmla="*/ 3529103 w 4480361"/>
              <a:gd name="connsiteY0" fmla="*/ 1039153 h 1217342"/>
              <a:gd name="connsiteX1" fmla="*/ 3471487 w 4480361"/>
              <a:gd name="connsiteY1" fmla="*/ 1111780 h 1217342"/>
              <a:gd name="connsiteX2" fmla="*/ 3529103 w 4480361"/>
              <a:gd name="connsiteY2" fmla="*/ 1184406 h 1217342"/>
              <a:gd name="connsiteX3" fmla="*/ 3585874 w 4480361"/>
              <a:gd name="connsiteY3" fmla="*/ 1111780 h 1217342"/>
              <a:gd name="connsiteX4" fmla="*/ 3529103 w 4480361"/>
              <a:gd name="connsiteY4" fmla="*/ 1039153 h 1217342"/>
              <a:gd name="connsiteX5" fmla="*/ 2698577 w 4480361"/>
              <a:gd name="connsiteY5" fmla="*/ 1039153 h 1217342"/>
              <a:gd name="connsiteX6" fmla="*/ 2640961 w 4480361"/>
              <a:gd name="connsiteY6" fmla="*/ 1111780 h 1217342"/>
              <a:gd name="connsiteX7" fmla="*/ 2698577 w 4480361"/>
              <a:gd name="connsiteY7" fmla="*/ 1184406 h 1217342"/>
              <a:gd name="connsiteX8" fmla="*/ 2755348 w 4480361"/>
              <a:gd name="connsiteY8" fmla="*/ 1111780 h 1217342"/>
              <a:gd name="connsiteX9" fmla="*/ 2698577 w 4480361"/>
              <a:gd name="connsiteY9" fmla="*/ 1039153 h 1217342"/>
              <a:gd name="connsiteX10" fmla="*/ 1757152 w 4480361"/>
              <a:gd name="connsiteY10" fmla="*/ 1039153 h 1217342"/>
              <a:gd name="connsiteX11" fmla="*/ 1699535 w 4480361"/>
              <a:gd name="connsiteY11" fmla="*/ 1111780 h 1217342"/>
              <a:gd name="connsiteX12" fmla="*/ 1757152 w 4480361"/>
              <a:gd name="connsiteY12" fmla="*/ 1184406 h 1217342"/>
              <a:gd name="connsiteX13" fmla="*/ 1813923 w 4480361"/>
              <a:gd name="connsiteY13" fmla="*/ 1111780 h 1217342"/>
              <a:gd name="connsiteX14" fmla="*/ 1757152 w 4480361"/>
              <a:gd name="connsiteY14" fmla="*/ 1039153 h 1217342"/>
              <a:gd name="connsiteX15" fmla="*/ 2179286 w 4480361"/>
              <a:gd name="connsiteY15" fmla="*/ 1037359 h 1217342"/>
              <a:gd name="connsiteX16" fmla="*/ 2144716 w 4480361"/>
              <a:gd name="connsiteY16" fmla="*/ 1051504 h 1217342"/>
              <a:gd name="connsiteX17" fmla="*/ 2126955 w 4480361"/>
              <a:gd name="connsiteY17" fmla="*/ 1092251 h 1217342"/>
              <a:gd name="connsiteX18" fmla="*/ 2225908 w 4480361"/>
              <a:gd name="connsiteY18" fmla="*/ 1092251 h 1217342"/>
              <a:gd name="connsiteX19" fmla="*/ 2213011 w 4480361"/>
              <a:gd name="connsiteY19" fmla="*/ 1051082 h 1217342"/>
              <a:gd name="connsiteX20" fmla="*/ 2179286 w 4480361"/>
              <a:gd name="connsiteY20" fmla="*/ 1037359 h 1217342"/>
              <a:gd name="connsiteX21" fmla="*/ 3942887 w 4480361"/>
              <a:gd name="connsiteY21" fmla="*/ 1037358 h 1217342"/>
              <a:gd name="connsiteX22" fmla="*/ 3908317 w 4480361"/>
              <a:gd name="connsiteY22" fmla="*/ 1051504 h 1217342"/>
              <a:gd name="connsiteX23" fmla="*/ 3890556 w 4480361"/>
              <a:gd name="connsiteY23" fmla="*/ 1092251 h 1217342"/>
              <a:gd name="connsiteX24" fmla="*/ 3989509 w 4480361"/>
              <a:gd name="connsiteY24" fmla="*/ 1092251 h 1217342"/>
              <a:gd name="connsiteX25" fmla="*/ 3976612 w 4480361"/>
              <a:gd name="connsiteY25" fmla="*/ 1051082 h 1217342"/>
              <a:gd name="connsiteX26" fmla="*/ 3942887 w 4480361"/>
              <a:gd name="connsiteY26" fmla="*/ 1037358 h 1217342"/>
              <a:gd name="connsiteX27" fmla="*/ 3645711 w 4480361"/>
              <a:gd name="connsiteY27" fmla="*/ 1010863 h 1217342"/>
              <a:gd name="connsiteX28" fmla="*/ 3690113 w 4480361"/>
              <a:gd name="connsiteY28" fmla="*/ 1010863 h 1217342"/>
              <a:gd name="connsiteX29" fmla="*/ 3731766 w 4480361"/>
              <a:gd name="connsiteY29" fmla="*/ 1143238 h 1217342"/>
              <a:gd name="connsiteX30" fmla="*/ 3738849 w 4480361"/>
              <a:gd name="connsiteY30" fmla="*/ 1169417 h 1217342"/>
              <a:gd name="connsiteX31" fmla="*/ 3741492 w 4480361"/>
              <a:gd name="connsiteY31" fmla="*/ 1169417 h 1217342"/>
              <a:gd name="connsiteX32" fmla="*/ 3748998 w 4480361"/>
              <a:gd name="connsiteY32" fmla="*/ 1142816 h 1217342"/>
              <a:gd name="connsiteX33" fmla="*/ 3789383 w 4480361"/>
              <a:gd name="connsiteY33" fmla="*/ 1010863 h 1217342"/>
              <a:gd name="connsiteX34" fmla="*/ 3831036 w 4480361"/>
              <a:gd name="connsiteY34" fmla="*/ 1010863 h 1217342"/>
              <a:gd name="connsiteX35" fmla="*/ 3757879 w 4480361"/>
              <a:gd name="connsiteY35" fmla="*/ 1212803 h 1217342"/>
              <a:gd name="connsiteX36" fmla="*/ 3718446 w 4480361"/>
              <a:gd name="connsiteY36" fmla="*/ 1212803 h 1217342"/>
              <a:gd name="connsiteX37" fmla="*/ 1454690 w 4480361"/>
              <a:gd name="connsiteY37" fmla="*/ 1010863 h 1217342"/>
              <a:gd name="connsiteX38" fmla="*/ 1499092 w 4480361"/>
              <a:gd name="connsiteY38" fmla="*/ 1010863 h 1217342"/>
              <a:gd name="connsiteX39" fmla="*/ 1540745 w 4480361"/>
              <a:gd name="connsiteY39" fmla="*/ 1143238 h 1217342"/>
              <a:gd name="connsiteX40" fmla="*/ 1547828 w 4480361"/>
              <a:gd name="connsiteY40" fmla="*/ 1169417 h 1217342"/>
              <a:gd name="connsiteX41" fmla="*/ 1550471 w 4480361"/>
              <a:gd name="connsiteY41" fmla="*/ 1169417 h 1217342"/>
              <a:gd name="connsiteX42" fmla="*/ 1557977 w 4480361"/>
              <a:gd name="connsiteY42" fmla="*/ 1142816 h 1217342"/>
              <a:gd name="connsiteX43" fmla="*/ 1598362 w 4480361"/>
              <a:gd name="connsiteY43" fmla="*/ 1010863 h 1217342"/>
              <a:gd name="connsiteX44" fmla="*/ 1640015 w 4480361"/>
              <a:gd name="connsiteY44" fmla="*/ 1010863 h 1217342"/>
              <a:gd name="connsiteX45" fmla="*/ 1566858 w 4480361"/>
              <a:gd name="connsiteY45" fmla="*/ 1212803 h 1217342"/>
              <a:gd name="connsiteX46" fmla="*/ 1527425 w 4480361"/>
              <a:gd name="connsiteY46" fmla="*/ 1212803 h 1217342"/>
              <a:gd name="connsiteX47" fmla="*/ 3944367 w 4480361"/>
              <a:gd name="connsiteY47" fmla="*/ 1006851 h 1217342"/>
              <a:gd name="connsiteX48" fmla="*/ 4010864 w 4480361"/>
              <a:gd name="connsiteY48" fmla="*/ 1037886 h 1217342"/>
              <a:gd name="connsiteX49" fmla="*/ 4010759 w 4480361"/>
              <a:gd name="connsiteY49" fmla="*/ 1037886 h 1217342"/>
              <a:gd name="connsiteX50" fmla="*/ 4028097 w 4480361"/>
              <a:gd name="connsiteY50" fmla="*/ 1118958 h 1217342"/>
              <a:gd name="connsiteX51" fmla="*/ 3888865 w 4480361"/>
              <a:gd name="connsiteY51" fmla="*/ 1118958 h 1217342"/>
              <a:gd name="connsiteX52" fmla="*/ 3947433 w 4480361"/>
              <a:gd name="connsiteY52" fmla="*/ 1184090 h 1217342"/>
              <a:gd name="connsiteX53" fmla="*/ 3999341 w 4480361"/>
              <a:gd name="connsiteY53" fmla="*/ 1155271 h 1217342"/>
              <a:gd name="connsiteX54" fmla="*/ 4026405 w 4480361"/>
              <a:gd name="connsiteY54" fmla="*/ 1174800 h 1217342"/>
              <a:gd name="connsiteX55" fmla="*/ 3945636 w 4480361"/>
              <a:gd name="connsiteY55" fmla="*/ 1217342 h 1217342"/>
              <a:gd name="connsiteX56" fmla="*/ 3852075 w 4480361"/>
              <a:gd name="connsiteY56" fmla="*/ 1114102 h 1217342"/>
              <a:gd name="connsiteX57" fmla="*/ 3876496 w 4480361"/>
              <a:gd name="connsiteY57" fmla="*/ 1037886 h 1217342"/>
              <a:gd name="connsiteX58" fmla="*/ 3944367 w 4480361"/>
              <a:gd name="connsiteY58" fmla="*/ 1006851 h 1217342"/>
              <a:gd name="connsiteX59" fmla="*/ 3528258 w 4480361"/>
              <a:gd name="connsiteY59" fmla="*/ 1006851 h 1217342"/>
              <a:gd name="connsiteX60" fmla="*/ 3598349 w 4480361"/>
              <a:gd name="connsiteY60" fmla="*/ 1035247 h 1217342"/>
              <a:gd name="connsiteX61" fmla="*/ 3624990 w 4480361"/>
              <a:gd name="connsiteY61" fmla="*/ 1111885 h 1217342"/>
              <a:gd name="connsiteX62" fmla="*/ 3597926 w 4480361"/>
              <a:gd name="connsiteY62" fmla="*/ 1187573 h 1217342"/>
              <a:gd name="connsiteX63" fmla="*/ 3530055 w 4480361"/>
              <a:gd name="connsiteY63" fmla="*/ 1217236 h 1217342"/>
              <a:gd name="connsiteX64" fmla="*/ 3459963 w 4480361"/>
              <a:gd name="connsiteY64" fmla="*/ 1188418 h 1217342"/>
              <a:gd name="connsiteX65" fmla="*/ 3432899 w 4480361"/>
              <a:gd name="connsiteY65" fmla="*/ 1111780 h 1217342"/>
              <a:gd name="connsiteX66" fmla="*/ 3460386 w 4480361"/>
              <a:gd name="connsiteY66" fmla="*/ 1036514 h 1217342"/>
              <a:gd name="connsiteX67" fmla="*/ 3528258 w 4480361"/>
              <a:gd name="connsiteY67" fmla="*/ 1006851 h 1217342"/>
              <a:gd name="connsiteX68" fmla="*/ 2907795 w 4480361"/>
              <a:gd name="connsiteY68" fmla="*/ 1006851 h 1217342"/>
              <a:gd name="connsiteX69" fmla="*/ 2980529 w 4480361"/>
              <a:gd name="connsiteY69" fmla="*/ 1063116 h 1217342"/>
              <a:gd name="connsiteX70" fmla="*/ 2945959 w 4480361"/>
              <a:gd name="connsiteY70" fmla="*/ 1068394 h 1217342"/>
              <a:gd name="connsiteX71" fmla="*/ 2905998 w 4480361"/>
              <a:gd name="connsiteY71" fmla="*/ 1034719 h 1217342"/>
              <a:gd name="connsiteX72" fmla="*/ 2867833 w 4480361"/>
              <a:gd name="connsiteY72" fmla="*/ 1064382 h 1217342"/>
              <a:gd name="connsiteX73" fmla="*/ 2943211 w 4480361"/>
              <a:gd name="connsiteY73" fmla="*/ 1101118 h 1217342"/>
              <a:gd name="connsiteX74" fmla="*/ 2984018 w 4480361"/>
              <a:gd name="connsiteY74" fmla="*/ 1154744 h 1217342"/>
              <a:gd name="connsiteX75" fmla="*/ 2908641 w 4480361"/>
              <a:gd name="connsiteY75" fmla="*/ 1217236 h 1217342"/>
              <a:gd name="connsiteX76" fmla="*/ 2826603 w 4480361"/>
              <a:gd name="connsiteY76" fmla="*/ 1158333 h 1217342"/>
              <a:gd name="connsiteX77" fmla="*/ 2826708 w 4480361"/>
              <a:gd name="connsiteY77" fmla="*/ 1158333 h 1217342"/>
              <a:gd name="connsiteX78" fmla="*/ 2861701 w 4480361"/>
              <a:gd name="connsiteY78" fmla="*/ 1151682 h 1217342"/>
              <a:gd name="connsiteX79" fmla="*/ 2909592 w 4480361"/>
              <a:gd name="connsiteY79" fmla="*/ 1187151 h 1217342"/>
              <a:gd name="connsiteX80" fmla="*/ 2949025 w 4480361"/>
              <a:gd name="connsiteY80" fmla="*/ 1159283 h 1217342"/>
              <a:gd name="connsiteX81" fmla="*/ 2873648 w 4480361"/>
              <a:gd name="connsiteY81" fmla="*/ 1121597 h 1217342"/>
              <a:gd name="connsiteX82" fmla="*/ 2832417 w 4480361"/>
              <a:gd name="connsiteY82" fmla="*/ 1067972 h 1217342"/>
              <a:gd name="connsiteX83" fmla="*/ 2907795 w 4480361"/>
              <a:gd name="connsiteY83" fmla="*/ 1006851 h 1217342"/>
              <a:gd name="connsiteX84" fmla="*/ 2697732 w 4480361"/>
              <a:gd name="connsiteY84" fmla="*/ 1006851 h 1217342"/>
              <a:gd name="connsiteX85" fmla="*/ 2767823 w 4480361"/>
              <a:gd name="connsiteY85" fmla="*/ 1035247 h 1217342"/>
              <a:gd name="connsiteX86" fmla="*/ 2794464 w 4480361"/>
              <a:gd name="connsiteY86" fmla="*/ 1111885 h 1217342"/>
              <a:gd name="connsiteX87" fmla="*/ 2767400 w 4480361"/>
              <a:gd name="connsiteY87" fmla="*/ 1187573 h 1217342"/>
              <a:gd name="connsiteX88" fmla="*/ 2699529 w 4480361"/>
              <a:gd name="connsiteY88" fmla="*/ 1217236 h 1217342"/>
              <a:gd name="connsiteX89" fmla="*/ 2629437 w 4480361"/>
              <a:gd name="connsiteY89" fmla="*/ 1188418 h 1217342"/>
              <a:gd name="connsiteX90" fmla="*/ 2602373 w 4480361"/>
              <a:gd name="connsiteY90" fmla="*/ 1111780 h 1217342"/>
              <a:gd name="connsiteX91" fmla="*/ 2629860 w 4480361"/>
              <a:gd name="connsiteY91" fmla="*/ 1036514 h 1217342"/>
              <a:gd name="connsiteX92" fmla="*/ 2697732 w 4480361"/>
              <a:gd name="connsiteY92" fmla="*/ 1006851 h 1217342"/>
              <a:gd name="connsiteX93" fmla="*/ 2180766 w 4480361"/>
              <a:gd name="connsiteY93" fmla="*/ 1006851 h 1217342"/>
              <a:gd name="connsiteX94" fmla="*/ 2247263 w 4480361"/>
              <a:gd name="connsiteY94" fmla="*/ 1037887 h 1217342"/>
              <a:gd name="connsiteX95" fmla="*/ 2247158 w 4480361"/>
              <a:gd name="connsiteY95" fmla="*/ 1037887 h 1217342"/>
              <a:gd name="connsiteX96" fmla="*/ 2264496 w 4480361"/>
              <a:gd name="connsiteY96" fmla="*/ 1118958 h 1217342"/>
              <a:gd name="connsiteX97" fmla="*/ 2125264 w 4480361"/>
              <a:gd name="connsiteY97" fmla="*/ 1118958 h 1217342"/>
              <a:gd name="connsiteX98" fmla="*/ 2183832 w 4480361"/>
              <a:gd name="connsiteY98" fmla="*/ 1184090 h 1217342"/>
              <a:gd name="connsiteX99" fmla="*/ 2235740 w 4480361"/>
              <a:gd name="connsiteY99" fmla="*/ 1155272 h 1217342"/>
              <a:gd name="connsiteX100" fmla="*/ 2262804 w 4480361"/>
              <a:gd name="connsiteY100" fmla="*/ 1174801 h 1217342"/>
              <a:gd name="connsiteX101" fmla="*/ 2182035 w 4480361"/>
              <a:gd name="connsiteY101" fmla="*/ 1217342 h 1217342"/>
              <a:gd name="connsiteX102" fmla="*/ 2088474 w 4480361"/>
              <a:gd name="connsiteY102" fmla="*/ 1114102 h 1217342"/>
              <a:gd name="connsiteX103" fmla="*/ 2112895 w 4480361"/>
              <a:gd name="connsiteY103" fmla="*/ 1037887 h 1217342"/>
              <a:gd name="connsiteX104" fmla="*/ 2180766 w 4480361"/>
              <a:gd name="connsiteY104" fmla="*/ 1006851 h 1217342"/>
              <a:gd name="connsiteX105" fmla="*/ 1756306 w 4480361"/>
              <a:gd name="connsiteY105" fmla="*/ 1006851 h 1217342"/>
              <a:gd name="connsiteX106" fmla="*/ 1826398 w 4480361"/>
              <a:gd name="connsiteY106" fmla="*/ 1035247 h 1217342"/>
              <a:gd name="connsiteX107" fmla="*/ 1853039 w 4480361"/>
              <a:gd name="connsiteY107" fmla="*/ 1111885 h 1217342"/>
              <a:gd name="connsiteX108" fmla="*/ 1825975 w 4480361"/>
              <a:gd name="connsiteY108" fmla="*/ 1187573 h 1217342"/>
              <a:gd name="connsiteX109" fmla="*/ 1758104 w 4480361"/>
              <a:gd name="connsiteY109" fmla="*/ 1217236 h 1217342"/>
              <a:gd name="connsiteX110" fmla="*/ 1688012 w 4480361"/>
              <a:gd name="connsiteY110" fmla="*/ 1188418 h 1217342"/>
              <a:gd name="connsiteX111" fmla="*/ 1660948 w 4480361"/>
              <a:gd name="connsiteY111" fmla="*/ 1111780 h 1217342"/>
              <a:gd name="connsiteX112" fmla="*/ 1688435 w 4480361"/>
              <a:gd name="connsiteY112" fmla="*/ 1036514 h 1217342"/>
              <a:gd name="connsiteX113" fmla="*/ 1756306 w 4480361"/>
              <a:gd name="connsiteY113" fmla="*/ 1006851 h 1217342"/>
              <a:gd name="connsiteX114" fmla="*/ 2493272 w 4480361"/>
              <a:gd name="connsiteY114" fmla="*/ 1006746 h 1217342"/>
              <a:gd name="connsiteX115" fmla="*/ 2557549 w 4480361"/>
              <a:gd name="connsiteY115" fmla="*/ 1080745 h 1217342"/>
              <a:gd name="connsiteX116" fmla="*/ 2557549 w 4480361"/>
              <a:gd name="connsiteY116" fmla="*/ 1080851 h 1217342"/>
              <a:gd name="connsiteX117" fmla="*/ 2557549 w 4480361"/>
              <a:gd name="connsiteY117" fmla="*/ 1212803 h 1217342"/>
              <a:gd name="connsiteX118" fmla="*/ 2520336 w 4480361"/>
              <a:gd name="connsiteY118" fmla="*/ 1212803 h 1217342"/>
              <a:gd name="connsiteX119" fmla="*/ 2520336 w 4480361"/>
              <a:gd name="connsiteY119" fmla="*/ 1091407 h 1217342"/>
              <a:gd name="connsiteX120" fmla="*/ 2481326 w 4480361"/>
              <a:gd name="connsiteY120" fmla="*/ 1042637 h 1217342"/>
              <a:gd name="connsiteX121" fmla="*/ 2428995 w 4480361"/>
              <a:gd name="connsiteY121" fmla="*/ 1067866 h 1217342"/>
              <a:gd name="connsiteX122" fmla="*/ 2428995 w 4480361"/>
              <a:gd name="connsiteY122" fmla="*/ 1212698 h 1217342"/>
              <a:gd name="connsiteX123" fmla="*/ 2391253 w 4480361"/>
              <a:gd name="connsiteY123" fmla="*/ 1212698 h 1217342"/>
              <a:gd name="connsiteX124" fmla="*/ 2391253 w 4480361"/>
              <a:gd name="connsiteY124" fmla="*/ 1010757 h 1217342"/>
              <a:gd name="connsiteX125" fmla="*/ 2425400 w 4480361"/>
              <a:gd name="connsiteY125" fmla="*/ 1010757 h 1217342"/>
              <a:gd name="connsiteX126" fmla="*/ 2426246 w 4480361"/>
              <a:gd name="connsiteY126" fmla="*/ 1045276 h 1217342"/>
              <a:gd name="connsiteX127" fmla="*/ 2428043 w 4480361"/>
              <a:gd name="connsiteY127" fmla="*/ 1046648 h 1217342"/>
              <a:gd name="connsiteX128" fmla="*/ 2493272 w 4480361"/>
              <a:gd name="connsiteY128" fmla="*/ 1006746 h 1217342"/>
              <a:gd name="connsiteX129" fmla="*/ 1981910 w 4480361"/>
              <a:gd name="connsiteY129" fmla="*/ 1006746 h 1217342"/>
              <a:gd name="connsiteX130" fmla="*/ 2060459 w 4480361"/>
              <a:gd name="connsiteY130" fmla="*/ 1067022 h 1217342"/>
              <a:gd name="connsiteX131" fmla="*/ 2025889 w 4480361"/>
              <a:gd name="connsiteY131" fmla="*/ 1074517 h 1217342"/>
              <a:gd name="connsiteX132" fmla="*/ 1982862 w 4480361"/>
              <a:gd name="connsiteY132" fmla="*/ 1039576 h 1217342"/>
              <a:gd name="connsiteX133" fmla="*/ 1928311 w 4480361"/>
              <a:gd name="connsiteY133" fmla="*/ 1111780 h 1217342"/>
              <a:gd name="connsiteX134" fmla="*/ 1984236 w 4480361"/>
              <a:gd name="connsiteY134" fmla="*/ 1183035 h 1217342"/>
              <a:gd name="connsiteX135" fmla="*/ 2028638 w 4480361"/>
              <a:gd name="connsiteY135" fmla="*/ 1149360 h 1217342"/>
              <a:gd name="connsiteX136" fmla="*/ 2062362 w 4480361"/>
              <a:gd name="connsiteY136" fmla="*/ 1156433 h 1217342"/>
              <a:gd name="connsiteX137" fmla="*/ 1983813 w 4480361"/>
              <a:gd name="connsiteY137" fmla="*/ 1217131 h 1217342"/>
              <a:gd name="connsiteX138" fmla="*/ 1890675 w 4480361"/>
              <a:gd name="connsiteY138" fmla="*/ 1111675 h 1217342"/>
              <a:gd name="connsiteX139" fmla="*/ 1890569 w 4480361"/>
              <a:gd name="connsiteY139" fmla="*/ 1111780 h 1217342"/>
              <a:gd name="connsiteX140" fmla="*/ 1916259 w 4480361"/>
              <a:gd name="connsiteY140" fmla="*/ 1035142 h 1217342"/>
              <a:gd name="connsiteX141" fmla="*/ 1981910 w 4480361"/>
              <a:gd name="connsiteY141" fmla="*/ 1006746 h 1217342"/>
              <a:gd name="connsiteX142" fmla="*/ 3206238 w 4480361"/>
              <a:gd name="connsiteY142" fmla="*/ 1006640 h 1217342"/>
              <a:gd name="connsiteX143" fmla="*/ 3262586 w 4480361"/>
              <a:gd name="connsiteY143" fmla="*/ 1047387 h 1217342"/>
              <a:gd name="connsiteX144" fmla="*/ 3327815 w 4480361"/>
              <a:gd name="connsiteY144" fmla="*/ 1006640 h 1217342"/>
              <a:gd name="connsiteX145" fmla="*/ 3388180 w 4480361"/>
              <a:gd name="connsiteY145" fmla="*/ 1075678 h 1217342"/>
              <a:gd name="connsiteX146" fmla="*/ 3388180 w 4480361"/>
              <a:gd name="connsiteY146" fmla="*/ 1075889 h 1217342"/>
              <a:gd name="connsiteX147" fmla="*/ 3388180 w 4480361"/>
              <a:gd name="connsiteY147" fmla="*/ 1212697 h 1217342"/>
              <a:gd name="connsiteX148" fmla="*/ 3350967 w 4480361"/>
              <a:gd name="connsiteY148" fmla="*/ 1212697 h 1217342"/>
              <a:gd name="connsiteX149" fmla="*/ 3350967 w 4480361"/>
              <a:gd name="connsiteY149" fmla="*/ 1086023 h 1217342"/>
              <a:gd name="connsiteX150" fmla="*/ 3315974 w 4480361"/>
              <a:gd name="connsiteY150" fmla="*/ 1042637 h 1217342"/>
              <a:gd name="connsiteX151" fmla="*/ 3266709 w 4480361"/>
              <a:gd name="connsiteY151" fmla="*/ 1066071 h 1217342"/>
              <a:gd name="connsiteX152" fmla="*/ 3267132 w 4480361"/>
              <a:gd name="connsiteY152" fmla="*/ 1075783 h 1217342"/>
              <a:gd name="connsiteX153" fmla="*/ 3267132 w 4480361"/>
              <a:gd name="connsiteY153" fmla="*/ 1212592 h 1217342"/>
              <a:gd name="connsiteX154" fmla="*/ 3229391 w 4480361"/>
              <a:gd name="connsiteY154" fmla="*/ 1212592 h 1217342"/>
              <a:gd name="connsiteX155" fmla="*/ 3229391 w 4480361"/>
              <a:gd name="connsiteY155" fmla="*/ 1085917 h 1217342"/>
              <a:gd name="connsiteX156" fmla="*/ 3194821 w 4480361"/>
              <a:gd name="connsiteY156" fmla="*/ 1042531 h 1217342"/>
              <a:gd name="connsiteX157" fmla="*/ 3145979 w 4480361"/>
              <a:gd name="connsiteY157" fmla="*/ 1067338 h 1217342"/>
              <a:gd name="connsiteX158" fmla="*/ 3145979 w 4480361"/>
              <a:gd name="connsiteY158" fmla="*/ 1212592 h 1217342"/>
              <a:gd name="connsiteX159" fmla="*/ 3108237 w 4480361"/>
              <a:gd name="connsiteY159" fmla="*/ 1212592 h 1217342"/>
              <a:gd name="connsiteX160" fmla="*/ 3108237 w 4480361"/>
              <a:gd name="connsiteY160" fmla="*/ 1010651 h 1217342"/>
              <a:gd name="connsiteX161" fmla="*/ 3142384 w 4480361"/>
              <a:gd name="connsiteY161" fmla="*/ 1010651 h 1217342"/>
              <a:gd name="connsiteX162" fmla="*/ 3143230 w 4480361"/>
              <a:gd name="connsiteY162" fmla="*/ 1045170 h 1217342"/>
              <a:gd name="connsiteX163" fmla="*/ 3144604 w 4480361"/>
              <a:gd name="connsiteY163" fmla="*/ 1046015 h 1217342"/>
              <a:gd name="connsiteX164" fmla="*/ 3206238 w 4480361"/>
              <a:gd name="connsiteY164" fmla="*/ 1006640 h 1217342"/>
              <a:gd name="connsiteX165" fmla="*/ 2160680 w 4480361"/>
              <a:gd name="connsiteY165" fmla="*/ 929791 h 1217342"/>
              <a:gd name="connsiteX166" fmla="*/ 2201064 w 4480361"/>
              <a:gd name="connsiteY166" fmla="*/ 929791 h 1217342"/>
              <a:gd name="connsiteX167" fmla="*/ 2241872 w 4480361"/>
              <a:gd name="connsiteY167" fmla="*/ 984683 h 1217342"/>
              <a:gd name="connsiteX168" fmla="*/ 2213434 w 4480361"/>
              <a:gd name="connsiteY168" fmla="*/ 984683 h 1217342"/>
              <a:gd name="connsiteX169" fmla="*/ 2185692 w 4480361"/>
              <a:gd name="connsiteY169" fmla="*/ 958942 h 1217342"/>
              <a:gd name="connsiteX170" fmla="*/ 2180608 w 4480361"/>
              <a:gd name="connsiteY170" fmla="*/ 954225 h 1217342"/>
              <a:gd name="connsiteX171" fmla="*/ 2180661 w 4480361"/>
              <a:gd name="connsiteY171" fmla="*/ 954176 h 1217342"/>
              <a:gd name="connsiteX172" fmla="*/ 2180555 w 4480361"/>
              <a:gd name="connsiteY172" fmla="*/ 954176 h 1217342"/>
              <a:gd name="connsiteX173" fmla="*/ 2180608 w 4480361"/>
              <a:gd name="connsiteY173" fmla="*/ 954225 h 1217342"/>
              <a:gd name="connsiteX174" fmla="*/ 2148311 w 4480361"/>
              <a:gd name="connsiteY174" fmla="*/ 984683 h 1217342"/>
              <a:gd name="connsiteX175" fmla="*/ 2119872 w 4480361"/>
              <a:gd name="connsiteY175" fmla="*/ 984683 h 1217342"/>
              <a:gd name="connsiteX176" fmla="*/ 2160680 w 4480361"/>
              <a:gd name="connsiteY176" fmla="*/ 929791 h 1217342"/>
              <a:gd name="connsiteX177" fmla="*/ 4344935 w 4480361"/>
              <a:gd name="connsiteY177" fmla="*/ 479041 h 1217342"/>
              <a:gd name="connsiteX178" fmla="*/ 4344935 w 4480361"/>
              <a:gd name="connsiteY178" fmla="*/ 479175 h 1217342"/>
              <a:gd name="connsiteX179" fmla="*/ 4233719 w 4480361"/>
              <a:gd name="connsiteY179" fmla="*/ 508598 h 1217342"/>
              <a:gd name="connsiteX180" fmla="*/ 4149990 w 4480361"/>
              <a:gd name="connsiteY180" fmla="*/ 580909 h 1217342"/>
              <a:gd name="connsiteX181" fmla="*/ 4201686 w 4480361"/>
              <a:gd name="connsiteY181" fmla="*/ 617855 h 1217342"/>
              <a:gd name="connsiteX182" fmla="*/ 4328232 w 4480361"/>
              <a:gd name="connsiteY182" fmla="*/ 572464 h 1217342"/>
              <a:gd name="connsiteX183" fmla="*/ 4344935 w 4480361"/>
              <a:gd name="connsiteY183" fmla="*/ 559057 h 1217342"/>
              <a:gd name="connsiteX184" fmla="*/ 4344935 w 4480361"/>
              <a:gd name="connsiteY184" fmla="*/ 479175 h 1217342"/>
              <a:gd name="connsiteX185" fmla="*/ 4345041 w 4480361"/>
              <a:gd name="connsiteY185" fmla="*/ 479147 h 1217342"/>
              <a:gd name="connsiteX186" fmla="*/ 2552474 w 4480361"/>
              <a:gd name="connsiteY186" fmla="*/ 306130 h 1217342"/>
              <a:gd name="connsiteX187" fmla="*/ 2426457 w 4480361"/>
              <a:gd name="connsiteY187" fmla="*/ 459090 h 1217342"/>
              <a:gd name="connsiteX188" fmla="*/ 2552474 w 4480361"/>
              <a:gd name="connsiteY188" fmla="*/ 613105 h 1217342"/>
              <a:gd name="connsiteX189" fmla="*/ 2677327 w 4480361"/>
              <a:gd name="connsiteY189" fmla="*/ 459090 h 1217342"/>
              <a:gd name="connsiteX190" fmla="*/ 2552474 w 4480361"/>
              <a:gd name="connsiteY190" fmla="*/ 306130 h 1217342"/>
              <a:gd name="connsiteX191" fmla="*/ 3477513 w 4480361"/>
              <a:gd name="connsiteY191" fmla="*/ 195818 h 1217342"/>
              <a:gd name="connsiteX192" fmla="*/ 3639791 w 4480361"/>
              <a:gd name="connsiteY192" fmla="*/ 195818 h 1217342"/>
              <a:gd name="connsiteX193" fmla="*/ 3751642 w 4480361"/>
              <a:gd name="connsiteY193" fmla="*/ 569719 h 1217342"/>
              <a:gd name="connsiteX194" fmla="*/ 3758937 w 4480361"/>
              <a:gd name="connsiteY194" fmla="*/ 569719 h 1217342"/>
              <a:gd name="connsiteX195" fmla="*/ 3871738 w 4480361"/>
              <a:gd name="connsiteY195" fmla="*/ 195818 h 1217342"/>
              <a:gd name="connsiteX196" fmla="*/ 4034017 w 4480361"/>
              <a:gd name="connsiteY196" fmla="*/ 195818 h 1217342"/>
              <a:gd name="connsiteX197" fmla="*/ 3823213 w 4480361"/>
              <a:gd name="connsiteY197" fmla="*/ 725001 h 1217342"/>
              <a:gd name="connsiteX198" fmla="*/ 3682396 w 4480361"/>
              <a:gd name="connsiteY198" fmla="*/ 725001 h 1217342"/>
              <a:gd name="connsiteX199" fmla="*/ 3293245 w 4480361"/>
              <a:gd name="connsiteY199" fmla="*/ 195818 h 1217342"/>
              <a:gd name="connsiteX200" fmla="*/ 3431737 w 4480361"/>
              <a:gd name="connsiteY200" fmla="*/ 195818 h 1217342"/>
              <a:gd name="connsiteX201" fmla="*/ 3431737 w 4480361"/>
              <a:gd name="connsiteY201" fmla="*/ 725001 h 1217342"/>
              <a:gd name="connsiteX202" fmla="*/ 3293245 w 4480361"/>
              <a:gd name="connsiteY202" fmla="*/ 725001 h 1217342"/>
              <a:gd name="connsiteX203" fmla="*/ 4256660 w 4480361"/>
              <a:gd name="connsiteY203" fmla="*/ 194129 h 1217342"/>
              <a:gd name="connsiteX204" fmla="*/ 4420419 w 4480361"/>
              <a:gd name="connsiteY204" fmla="*/ 234876 h 1217342"/>
              <a:gd name="connsiteX205" fmla="*/ 4420207 w 4480361"/>
              <a:gd name="connsiteY205" fmla="*/ 234982 h 1217342"/>
              <a:gd name="connsiteX206" fmla="*/ 4480361 w 4480361"/>
              <a:gd name="connsiteY206" fmla="*/ 389524 h 1217342"/>
              <a:gd name="connsiteX207" fmla="*/ 4479621 w 4480361"/>
              <a:gd name="connsiteY207" fmla="*/ 725106 h 1217342"/>
              <a:gd name="connsiteX208" fmla="*/ 4351596 w 4480361"/>
              <a:gd name="connsiteY208" fmla="*/ 725106 h 1217342"/>
              <a:gd name="connsiteX209" fmla="*/ 4351596 w 4480361"/>
              <a:gd name="connsiteY209" fmla="*/ 662930 h 1217342"/>
              <a:gd name="connsiteX210" fmla="*/ 4344090 w 4480361"/>
              <a:gd name="connsiteY210" fmla="*/ 662930 h 1217342"/>
              <a:gd name="connsiteX211" fmla="*/ 4192278 w 4480361"/>
              <a:gd name="connsiteY211" fmla="*/ 731440 h 1217342"/>
              <a:gd name="connsiteX212" fmla="*/ 4178957 w 4480361"/>
              <a:gd name="connsiteY212" fmla="*/ 731229 h 1217342"/>
              <a:gd name="connsiteX213" fmla="*/ 4007904 w 4480361"/>
              <a:gd name="connsiteY213" fmla="*/ 581859 h 1217342"/>
              <a:gd name="connsiteX214" fmla="*/ 4199255 w 4480361"/>
              <a:gd name="connsiteY214" fmla="*/ 418343 h 1217342"/>
              <a:gd name="connsiteX215" fmla="*/ 4342398 w 4480361"/>
              <a:gd name="connsiteY215" fmla="*/ 385935 h 1217342"/>
              <a:gd name="connsiteX216" fmla="*/ 4342398 w 4480361"/>
              <a:gd name="connsiteY216" fmla="*/ 358700 h 1217342"/>
              <a:gd name="connsiteX217" fmla="*/ 4255391 w 4480361"/>
              <a:gd name="connsiteY217" fmla="*/ 299797 h 1217342"/>
              <a:gd name="connsiteX218" fmla="*/ 4153267 w 4480361"/>
              <a:gd name="connsiteY218" fmla="*/ 376857 h 1217342"/>
              <a:gd name="connsiteX219" fmla="*/ 4151470 w 4480361"/>
              <a:gd name="connsiteY219" fmla="*/ 384457 h 1217342"/>
              <a:gd name="connsiteX220" fmla="*/ 4030951 w 4480361"/>
              <a:gd name="connsiteY220" fmla="*/ 365667 h 1217342"/>
              <a:gd name="connsiteX221" fmla="*/ 4032431 w 4480361"/>
              <a:gd name="connsiteY221" fmla="*/ 357750 h 1217342"/>
              <a:gd name="connsiteX222" fmla="*/ 4256660 w 4480361"/>
              <a:gd name="connsiteY222" fmla="*/ 194129 h 1217342"/>
              <a:gd name="connsiteX223" fmla="*/ 2548879 w 4480361"/>
              <a:gd name="connsiteY223" fmla="*/ 187901 h 1217342"/>
              <a:gd name="connsiteX224" fmla="*/ 2749322 w 4480361"/>
              <a:gd name="connsiteY224" fmla="*/ 261583 h 1217342"/>
              <a:gd name="connsiteX225" fmla="*/ 2749216 w 4480361"/>
              <a:gd name="connsiteY225" fmla="*/ 261583 h 1217342"/>
              <a:gd name="connsiteX226" fmla="*/ 2750062 w 4480361"/>
              <a:gd name="connsiteY226" fmla="*/ 262428 h 1217342"/>
              <a:gd name="connsiteX227" fmla="*/ 2824065 w 4480361"/>
              <a:gd name="connsiteY227" fmla="*/ 458984 h 1217342"/>
              <a:gd name="connsiteX228" fmla="*/ 2747102 w 4480361"/>
              <a:gd name="connsiteY228" fmla="*/ 654063 h 1217342"/>
              <a:gd name="connsiteX229" fmla="*/ 2554694 w 4480361"/>
              <a:gd name="connsiteY229" fmla="*/ 731123 h 1217342"/>
              <a:gd name="connsiteX230" fmla="*/ 2279508 w 4480361"/>
              <a:gd name="connsiteY230" fmla="*/ 458984 h 1217342"/>
              <a:gd name="connsiteX231" fmla="*/ 2356471 w 4480361"/>
              <a:gd name="connsiteY231" fmla="*/ 263906 h 1217342"/>
              <a:gd name="connsiteX232" fmla="*/ 2548879 w 4480361"/>
              <a:gd name="connsiteY232" fmla="*/ 187901 h 1217342"/>
              <a:gd name="connsiteX233" fmla="*/ 1735797 w 4480361"/>
              <a:gd name="connsiteY233" fmla="*/ 183045 h 1217342"/>
              <a:gd name="connsiteX234" fmla="*/ 1886023 w 4480361"/>
              <a:gd name="connsiteY234" fmla="*/ 267178 h 1217342"/>
              <a:gd name="connsiteX235" fmla="*/ 1886975 w 4480361"/>
              <a:gd name="connsiteY235" fmla="*/ 267178 h 1217342"/>
              <a:gd name="connsiteX236" fmla="*/ 2050310 w 4480361"/>
              <a:gd name="connsiteY236" fmla="*/ 183045 h 1217342"/>
              <a:gd name="connsiteX237" fmla="*/ 2050522 w 4480361"/>
              <a:gd name="connsiteY237" fmla="*/ 183151 h 1217342"/>
              <a:gd name="connsiteX238" fmla="*/ 2224323 w 4480361"/>
              <a:gd name="connsiteY238" fmla="*/ 372212 h 1217342"/>
              <a:gd name="connsiteX239" fmla="*/ 2224323 w 4480361"/>
              <a:gd name="connsiteY239" fmla="*/ 725001 h 1217342"/>
              <a:gd name="connsiteX240" fmla="*/ 2082977 w 4480361"/>
              <a:gd name="connsiteY240" fmla="*/ 725001 h 1217342"/>
              <a:gd name="connsiteX241" fmla="*/ 2082977 w 4480361"/>
              <a:gd name="connsiteY241" fmla="*/ 401770 h 1217342"/>
              <a:gd name="connsiteX242" fmla="*/ 2014789 w 4480361"/>
              <a:gd name="connsiteY242" fmla="*/ 315737 h 1217342"/>
              <a:gd name="connsiteX243" fmla="*/ 1910550 w 4480361"/>
              <a:gd name="connsiteY243" fmla="*/ 354056 h 1217342"/>
              <a:gd name="connsiteX244" fmla="*/ 1910867 w 4480361"/>
              <a:gd name="connsiteY244" fmla="*/ 372212 h 1217342"/>
              <a:gd name="connsiteX245" fmla="*/ 1910867 w 4480361"/>
              <a:gd name="connsiteY245" fmla="*/ 725001 h 1217342"/>
              <a:gd name="connsiteX246" fmla="*/ 1768358 w 4480361"/>
              <a:gd name="connsiteY246" fmla="*/ 725001 h 1217342"/>
              <a:gd name="connsiteX247" fmla="*/ 1768358 w 4480361"/>
              <a:gd name="connsiteY247" fmla="*/ 401770 h 1217342"/>
              <a:gd name="connsiteX248" fmla="*/ 1700169 w 4480361"/>
              <a:gd name="connsiteY248" fmla="*/ 315737 h 1217342"/>
              <a:gd name="connsiteX249" fmla="*/ 1596248 w 4480361"/>
              <a:gd name="connsiteY249" fmla="*/ 359861 h 1217342"/>
              <a:gd name="connsiteX250" fmla="*/ 1596248 w 4480361"/>
              <a:gd name="connsiteY250" fmla="*/ 725001 h 1217342"/>
              <a:gd name="connsiteX251" fmla="*/ 1454902 w 4480361"/>
              <a:gd name="connsiteY251" fmla="*/ 725001 h 1217342"/>
              <a:gd name="connsiteX252" fmla="*/ 1454902 w 4480361"/>
              <a:gd name="connsiteY252" fmla="*/ 195818 h 1217342"/>
              <a:gd name="connsiteX253" fmla="*/ 1585465 w 4480361"/>
              <a:gd name="connsiteY253" fmla="*/ 195818 h 1217342"/>
              <a:gd name="connsiteX254" fmla="*/ 1587368 w 4480361"/>
              <a:gd name="connsiteY254" fmla="*/ 261267 h 1217342"/>
              <a:gd name="connsiteX255" fmla="*/ 1591702 w 4480361"/>
              <a:gd name="connsiteY255" fmla="*/ 261267 h 1217342"/>
              <a:gd name="connsiteX256" fmla="*/ 1735797 w 4480361"/>
              <a:gd name="connsiteY256" fmla="*/ 183045 h 1217342"/>
              <a:gd name="connsiteX257" fmla="*/ 2930101 w 4480361"/>
              <a:gd name="connsiteY257" fmla="*/ 63443 h 1217342"/>
              <a:gd name="connsiteX258" fmla="*/ 3068593 w 4480361"/>
              <a:gd name="connsiteY258" fmla="*/ 63443 h 1217342"/>
              <a:gd name="connsiteX259" fmla="*/ 3068698 w 4480361"/>
              <a:gd name="connsiteY259" fmla="*/ 63443 h 1217342"/>
              <a:gd name="connsiteX260" fmla="*/ 3068698 w 4480361"/>
              <a:gd name="connsiteY260" fmla="*/ 195818 h 1217342"/>
              <a:gd name="connsiteX261" fmla="*/ 3233725 w 4480361"/>
              <a:gd name="connsiteY261" fmla="*/ 195818 h 1217342"/>
              <a:gd name="connsiteX262" fmla="*/ 3233725 w 4480361"/>
              <a:gd name="connsiteY262" fmla="*/ 314575 h 1217342"/>
              <a:gd name="connsiteX263" fmla="*/ 3068698 w 4480361"/>
              <a:gd name="connsiteY263" fmla="*/ 314575 h 1217342"/>
              <a:gd name="connsiteX264" fmla="*/ 3068698 w 4480361"/>
              <a:gd name="connsiteY264" fmla="*/ 552195 h 1217342"/>
              <a:gd name="connsiteX265" fmla="*/ 3108871 w 4480361"/>
              <a:gd name="connsiteY265" fmla="*/ 592309 h 1217342"/>
              <a:gd name="connsiteX266" fmla="*/ 3207507 w 4480361"/>
              <a:gd name="connsiteY266" fmla="*/ 592309 h 1217342"/>
              <a:gd name="connsiteX267" fmla="*/ 3207507 w 4480361"/>
              <a:gd name="connsiteY267" fmla="*/ 724895 h 1217342"/>
              <a:gd name="connsiteX268" fmla="*/ 3104326 w 4480361"/>
              <a:gd name="connsiteY268" fmla="*/ 724895 h 1217342"/>
              <a:gd name="connsiteX269" fmla="*/ 2930101 w 4480361"/>
              <a:gd name="connsiteY269" fmla="*/ 544595 h 1217342"/>
              <a:gd name="connsiteX270" fmla="*/ 2930101 w 4480361"/>
              <a:gd name="connsiteY270" fmla="*/ 314470 h 1217342"/>
              <a:gd name="connsiteX271" fmla="*/ 2835800 w 4480361"/>
              <a:gd name="connsiteY271" fmla="*/ 314470 h 1217342"/>
              <a:gd name="connsiteX272" fmla="*/ 2835800 w 4480361"/>
              <a:gd name="connsiteY272" fmla="*/ 195712 h 1217342"/>
              <a:gd name="connsiteX273" fmla="*/ 2869313 w 4480361"/>
              <a:gd name="connsiteY273" fmla="*/ 195712 h 1217342"/>
              <a:gd name="connsiteX274" fmla="*/ 2930101 w 4480361"/>
              <a:gd name="connsiteY274" fmla="*/ 135014 h 1217342"/>
              <a:gd name="connsiteX275" fmla="*/ 1190287 w 4480361"/>
              <a:gd name="connsiteY275" fmla="*/ 63443 h 1217342"/>
              <a:gd name="connsiteX276" fmla="*/ 1190287 w 4480361"/>
              <a:gd name="connsiteY276" fmla="*/ 460251 h 1217342"/>
              <a:gd name="connsiteX277" fmla="*/ 1050633 w 4480361"/>
              <a:gd name="connsiteY277" fmla="*/ 519049 h 1217342"/>
              <a:gd name="connsiteX278" fmla="*/ 930959 w 4480361"/>
              <a:gd name="connsiteY278" fmla="*/ 798049 h 1217342"/>
              <a:gd name="connsiteX279" fmla="*/ 793525 w 4480361"/>
              <a:gd name="connsiteY279" fmla="*/ 857164 h 1217342"/>
              <a:gd name="connsiteX280" fmla="*/ 793525 w 4480361"/>
              <a:gd name="connsiteY280" fmla="*/ 460356 h 1217342"/>
              <a:gd name="connsiteX281" fmla="*/ 933180 w 4480361"/>
              <a:gd name="connsiteY281" fmla="*/ 401558 h 1217342"/>
              <a:gd name="connsiteX282" fmla="*/ 1052853 w 4480361"/>
              <a:gd name="connsiteY282" fmla="*/ 122558 h 1217342"/>
              <a:gd name="connsiteX283" fmla="*/ 1190287 w 4480361"/>
              <a:gd name="connsiteY283" fmla="*/ 63443 h 1217342"/>
              <a:gd name="connsiteX284" fmla="*/ 793525 w 4480361"/>
              <a:gd name="connsiteY284" fmla="*/ 63443 h 1217342"/>
              <a:gd name="connsiteX285" fmla="*/ 793525 w 4480361"/>
              <a:gd name="connsiteY285" fmla="*/ 460251 h 1217342"/>
              <a:gd name="connsiteX286" fmla="*/ 653871 w 4480361"/>
              <a:gd name="connsiteY286" fmla="*/ 519049 h 1217342"/>
              <a:gd name="connsiteX287" fmla="*/ 534197 w 4480361"/>
              <a:gd name="connsiteY287" fmla="*/ 798049 h 1217342"/>
              <a:gd name="connsiteX288" fmla="*/ 396763 w 4480361"/>
              <a:gd name="connsiteY288" fmla="*/ 857164 h 1217342"/>
              <a:gd name="connsiteX289" fmla="*/ 396763 w 4480361"/>
              <a:gd name="connsiteY289" fmla="*/ 460356 h 1217342"/>
              <a:gd name="connsiteX290" fmla="*/ 536418 w 4480361"/>
              <a:gd name="connsiteY290" fmla="*/ 401558 h 1217342"/>
              <a:gd name="connsiteX291" fmla="*/ 656091 w 4480361"/>
              <a:gd name="connsiteY291" fmla="*/ 122558 h 1217342"/>
              <a:gd name="connsiteX292" fmla="*/ 793525 w 4480361"/>
              <a:gd name="connsiteY292" fmla="*/ 63443 h 1217342"/>
              <a:gd name="connsiteX293" fmla="*/ 396762 w 4480361"/>
              <a:gd name="connsiteY293" fmla="*/ 63443 h 1217342"/>
              <a:gd name="connsiteX294" fmla="*/ 396762 w 4480361"/>
              <a:gd name="connsiteY294" fmla="*/ 460251 h 1217342"/>
              <a:gd name="connsiteX295" fmla="*/ 257108 w 4480361"/>
              <a:gd name="connsiteY295" fmla="*/ 519049 h 1217342"/>
              <a:gd name="connsiteX296" fmla="*/ 137434 w 4480361"/>
              <a:gd name="connsiteY296" fmla="*/ 798049 h 1217342"/>
              <a:gd name="connsiteX297" fmla="*/ 0 w 4480361"/>
              <a:gd name="connsiteY297" fmla="*/ 857164 h 1217342"/>
              <a:gd name="connsiteX298" fmla="*/ 0 w 4480361"/>
              <a:gd name="connsiteY298" fmla="*/ 460356 h 1217342"/>
              <a:gd name="connsiteX299" fmla="*/ 139654 w 4480361"/>
              <a:gd name="connsiteY299" fmla="*/ 401558 h 1217342"/>
              <a:gd name="connsiteX300" fmla="*/ 259328 w 4480361"/>
              <a:gd name="connsiteY300" fmla="*/ 122558 h 1217342"/>
              <a:gd name="connsiteX301" fmla="*/ 396762 w 4480361"/>
              <a:gd name="connsiteY301" fmla="*/ 63443 h 1217342"/>
              <a:gd name="connsiteX302" fmla="*/ 3362597 w 4480361"/>
              <a:gd name="connsiteY302" fmla="*/ 0 h 1217342"/>
              <a:gd name="connsiteX303" fmla="*/ 3439137 w 4480361"/>
              <a:gd name="connsiteY303" fmla="*/ 76427 h 1217342"/>
              <a:gd name="connsiteX304" fmla="*/ 3362597 w 4480361"/>
              <a:gd name="connsiteY304" fmla="*/ 152854 h 1217342"/>
              <a:gd name="connsiteX305" fmla="*/ 3286056 w 4480361"/>
              <a:gd name="connsiteY305" fmla="*/ 76427 h 1217342"/>
              <a:gd name="connsiteX306" fmla="*/ 3362597 w 4480361"/>
              <a:gd name="connsiteY306" fmla="*/ 0 h 1217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</a:cxnLst>
            <a:rect l="l" t="t" r="r" b="b"/>
            <a:pathLst>
              <a:path w="4480361" h="1217342">
                <a:moveTo>
                  <a:pt x="3529103" y="1039153"/>
                </a:moveTo>
                <a:cubicBezTo>
                  <a:pt x="3494956" y="1039153"/>
                  <a:pt x="3471487" y="1065755"/>
                  <a:pt x="3471487" y="1111780"/>
                </a:cubicBezTo>
                <a:cubicBezTo>
                  <a:pt x="3471487" y="1157805"/>
                  <a:pt x="3493687" y="1184406"/>
                  <a:pt x="3529103" y="1184406"/>
                </a:cubicBezTo>
                <a:cubicBezTo>
                  <a:pt x="3564519" y="1184406"/>
                  <a:pt x="3585874" y="1157805"/>
                  <a:pt x="3585874" y="1111780"/>
                </a:cubicBezTo>
                <a:cubicBezTo>
                  <a:pt x="3585874" y="1065227"/>
                  <a:pt x="3564625" y="1039153"/>
                  <a:pt x="3529103" y="1039153"/>
                </a:cubicBezTo>
                <a:close/>
                <a:moveTo>
                  <a:pt x="2698577" y="1039153"/>
                </a:moveTo>
                <a:cubicBezTo>
                  <a:pt x="2663056" y="1039153"/>
                  <a:pt x="2640961" y="1065755"/>
                  <a:pt x="2640961" y="1111780"/>
                </a:cubicBezTo>
                <a:cubicBezTo>
                  <a:pt x="2640961" y="1157805"/>
                  <a:pt x="2663161" y="1184406"/>
                  <a:pt x="2698577" y="1184406"/>
                </a:cubicBezTo>
                <a:cubicBezTo>
                  <a:pt x="2732301" y="1184406"/>
                  <a:pt x="2755348" y="1157805"/>
                  <a:pt x="2755348" y="1111780"/>
                </a:cubicBezTo>
                <a:cubicBezTo>
                  <a:pt x="2755348" y="1065227"/>
                  <a:pt x="2734099" y="1039153"/>
                  <a:pt x="2698577" y="1039153"/>
                </a:cubicBezTo>
                <a:close/>
                <a:moveTo>
                  <a:pt x="1757152" y="1039153"/>
                </a:moveTo>
                <a:cubicBezTo>
                  <a:pt x="1723005" y="1039153"/>
                  <a:pt x="1699535" y="1065755"/>
                  <a:pt x="1699535" y="1111780"/>
                </a:cubicBezTo>
                <a:cubicBezTo>
                  <a:pt x="1699535" y="1157805"/>
                  <a:pt x="1721736" y="1184406"/>
                  <a:pt x="1757152" y="1184406"/>
                </a:cubicBezTo>
                <a:cubicBezTo>
                  <a:pt x="1792568" y="1184406"/>
                  <a:pt x="1813923" y="1157805"/>
                  <a:pt x="1813923" y="1111780"/>
                </a:cubicBezTo>
                <a:cubicBezTo>
                  <a:pt x="1813923" y="1065227"/>
                  <a:pt x="1792673" y="1039153"/>
                  <a:pt x="1757152" y="1039153"/>
                </a:cubicBezTo>
                <a:close/>
                <a:moveTo>
                  <a:pt x="2179286" y="1037359"/>
                </a:moveTo>
                <a:cubicBezTo>
                  <a:pt x="2165543" y="1037359"/>
                  <a:pt x="2154019" y="1042215"/>
                  <a:pt x="2144716" y="1051504"/>
                </a:cubicBezTo>
                <a:cubicBezTo>
                  <a:pt x="2135413" y="1060794"/>
                  <a:pt x="2129598" y="1074517"/>
                  <a:pt x="2126955" y="1092251"/>
                </a:cubicBezTo>
                <a:lnTo>
                  <a:pt x="2225908" y="1092251"/>
                </a:lnTo>
                <a:cubicBezTo>
                  <a:pt x="2225908" y="1074094"/>
                  <a:pt x="2221468" y="1060371"/>
                  <a:pt x="2213011" y="1051082"/>
                </a:cubicBezTo>
                <a:cubicBezTo>
                  <a:pt x="2204553" y="1041792"/>
                  <a:pt x="2193030" y="1037359"/>
                  <a:pt x="2179286" y="1037359"/>
                </a:cubicBezTo>
                <a:close/>
                <a:moveTo>
                  <a:pt x="3942887" y="1037358"/>
                </a:moveTo>
                <a:cubicBezTo>
                  <a:pt x="3929144" y="1037358"/>
                  <a:pt x="3917620" y="1042214"/>
                  <a:pt x="3908317" y="1051504"/>
                </a:cubicBezTo>
                <a:cubicBezTo>
                  <a:pt x="3899014" y="1060793"/>
                  <a:pt x="3893199" y="1074516"/>
                  <a:pt x="3890556" y="1092251"/>
                </a:cubicBezTo>
                <a:lnTo>
                  <a:pt x="3989509" y="1092251"/>
                </a:lnTo>
                <a:cubicBezTo>
                  <a:pt x="3989509" y="1074094"/>
                  <a:pt x="3985069" y="1060371"/>
                  <a:pt x="3976612" y="1051082"/>
                </a:cubicBezTo>
                <a:cubicBezTo>
                  <a:pt x="3968154" y="1041792"/>
                  <a:pt x="3956631" y="1037358"/>
                  <a:pt x="3942887" y="1037358"/>
                </a:cubicBezTo>
                <a:close/>
                <a:moveTo>
                  <a:pt x="3645711" y="1010863"/>
                </a:moveTo>
                <a:lnTo>
                  <a:pt x="3690113" y="1010863"/>
                </a:lnTo>
                <a:cubicBezTo>
                  <a:pt x="3690113" y="1010863"/>
                  <a:pt x="3731766" y="1143238"/>
                  <a:pt x="3731766" y="1143238"/>
                </a:cubicBezTo>
                <a:lnTo>
                  <a:pt x="3738849" y="1169417"/>
                </a:lnTo>
                <a:lnTo>
                  <a:pt x="3741492" y="1169417"/>
                </a:lnTo>
                <a:cubicBezTo>
                  <a:pt x="3741492" y="1169417"/>
                  <a:pt x="3748998" y="1142816"/>
                  <a:pt x="3748998" y="1142816"/>
                </a:cubicBezTo>
                <a:lnTo>
                  <a:pt x="3789383" y="1010863"/>
                </a:lnTo>
                <a:lnTo>
                  <a:pt x="3831036" y="1010863"/>
                </a:lnTo>
                <a:cubicBezTo>
                  <a:pt x="3831036" y="1010863"/>
                  <a:pt x="3757879" y="1212803"/>
                  <a:pt x="3757879" y="1212803"/>
                </a:cubicBezTo>
                <a:lnTo>
                  <a:pt x="3718446" y="1212803"/>
                </a:lnTo>
                <a:close/>
                <a:moveTo>
                  <a:pt x="1454690" y="1010863"/>
                </a:moveTo>
                <a:lnTo>
                  <a:pt x="1499092" y="1010863"/>
                </a:lnTo>
                <a:cubicBezTo>
                  <a:pt x="1499092" y="1010863"/>
                  <a:pt x="1540745" y="1143238"/>
                  <a:pt x="1540745" y="1143238"/>
                </a:cubicBezTo>
                <a:lnTo>
                  <a:pt x="1547828" y="1169417"/>
                </a:lnTo>
                <a:lnTo>
                  <a:pt x="1550471" y="1169417"/>
                </a:lnTo>
                <a:cubicBezTo>
                  <a:pt x="1550471" y="1169417"/>
                  <a:pt x="1557977" y="1142816"/>
                  <a:pt x="1557977" y="1142816"/>
                </a:cubicBezTo>
                <a:lnTo>
                  <a:pt x="1598362" y="1010863"/>
                </a:lnTo>
                <a:lnTo>
                  <a:pt x="1640015" y="1010863"/>
                </a:lnTo>
                <a:cubicBezTo>
                  <a:pt x="1640015" y="1010863"/>
                  <a:pt x="1566858" y="1212803"/>
                  <a:pt x="1566858" y="1212803"/>
                </a:cubicBezTo>
                <a:lnTo>
                  <a:pt x="1527425" y="1212803"/>
                </a:lnTo>
                <a:close/>
                <a:moveTo>
                  <a:pt x="3944367" y="1006851"/>
                </a:moveTo>
                <a:cubicBezTo>
                  <a:pt x="3973652" y="1006851"/>
                  <a:pt x="3995324" y="1016985"/>
                  <a:pt x="4010864" y="1037886"/>
                </a:cubicBezTo>
                <a:lnTo>
                  <a:pt x="4010759" y="1037886"/>
                </a:lnTo>
                <a:cubicBezTo>
                  <a:pt x="4025877" y="1058682"/>
                  <a:pt x="4031585" y="1085706"/>
                  <a:pt x="4028097" y="1118958"/>
                </a:cubicBezTo>
                <a:lnTo>
                  <a:pt x="3888865" y="1118958"/>
                </a:lnTo>
                <a:cubicBezTo>
                  <a:pt x="3890662" y="1161922"/>
                  <a:pt x="3912334" y="1184090"/>
                  <a:pt x="3947433" y="1184090"/>
                </a:cubicBezTo>
                <a:cubicBezTo>
                  <a:pt x="3970903" y="1184090"/>
                  <a:pt x="3988240" y="1174378"/>
                  <a:pt x="3999341" y="1155271"/>
                </a:cubicBezTo>
                <a:lnTo>
                  <a:pt x="4026405" y="1174800"/>
                </a:lnTo>
                <a:cubicBezTo>
                  <a:pt x="4010019" y="1203197"/>
                  <a:pt x="3982955" y="1217342"/>
                  <a:pt x="3945636" y="1217342"/>
                </a:cubicBezTo>
                <a:cubicBezTo>
                  <a:pt x="3885799" y="1217342"/>
                  <a:pt x="3852075" y="1177439"/>
                  <a:pt x="3852075" y="1114102"/>
                </a:cubicBezTo>
                <a:cubicBezTo>
                  <a:pt x="3852075" y="1084017"/>
                  <a:pt x="3860004" y="1058788"/>
                  <a:pt x="3876496" y="1037886"/>
                </a:cubicBezTo>
                <a:cubicBezTo>
                  <a:pt x="3892459" y="1017091"/>
                  <a:pt x="3915083" y="1006851"/>
                  <a:pt x="3944367" y="1006851"/>
                </a:cubicBezTo>
                <a:close/>
                <a:moveTo>
                  <a:pt x="3528258" y="1006851"/>
                </a:moveTo>
                <a:cubicBezTo>
                  <a:pt x="3557119" y="1006851"/>
                  <a:pt x="3580588" y="1016141"/>
                  <a:pt x="3598349" y="1035247"/>
                </a:cubicBezTo>
                <a:cubicBezTo>
                  <a:pt x="3616110" y="1054248"/>
                  <a:pt x="3624990" y="1080006"/>
                  <a:pt x="3624990" y="1111885"/>
                </a:cubicBezTo>
                <a:cubicBezTo>
                  <a:pt x="3624990" y="1142498"/>
                  <a:pt x="3616110" y="1167728"/>
                  <a:pt x="3597926" y="1187573"/>
                </a:cubicBezTo>
                <a:cubicBezTo>
                  <a:pt x="3579743" y="1207525"/>
                  <a:pt x="3557119" y="1217236"/>
                  <a:pt x="3530055" y="1217236"/>
                </a:cubicBezTo>
                <a:cubicBezTo>
                  <a:pt x="3501194" y="1217236"/>
                  <a:pt x="3477724" y="1207525"/>
                  <a:pt x="3459963" y="1188418"/>
                </a:cubicBezTo>
                <a:cubicBezTo>
                  <a:pt x="3441780" y="1169417"/>
                  <a:pt x="3432899" y="1144082"/>
                  <a:pt x="3432899" y="1111780"/>
                </a:cubicBezTo>
                <a:cubicBezTo>
                  <a:pt x="3432899" y="1081272"/>
                  <a:pt x="3442202" y="1056465"/>
                  <a:pt x="3460386" y="1036514"/>
                </a:cubicBezTo>
                <a:cubicBezTo>
                  <a:pt x="3478570" y="1016563"/>
                  <a:pt x="3501194" y="1006851"/>
                  <a:pt x="3528258" y="1006851"/>
                </a:cubicBezTo>
                <a:close/>
                <a:moveTo>
                  <a:pt x="2907795" y="1006851"/>
                </a:moveTo>
                <a:cubicBezTo>
                  <a:pt x="2956108" y="1006851"/>
                  <a:pt x="2977041" y="1029441"/>
                  <a:pt x="2980529" y="1063116"/>
                </a:cubicBezTo>
                <a:lnTo>
                  <a:pt x="2945959" y="1068394"/>
                </a:lnTo>
                <a:cubicBezTo>
                  <a:pt x="2944162" y="1045803"/>
                  <a:pt x="2930842" y="1034719"/>
                  <a:pt x="2905998" y="1034719"/>
                </a:cubicBezTo>
                <a:cubicBezTo>
                  <a:pt x="2882951" y="1034719"/>
                  <a:pt x="2867833" y="1048020"/>
                  <a:pt x="2867833" y="1064382"/>
                </a:cubicBezTo>
                <a:cubicBezTo>
                  <a:pt x="2867833" y="1094045"/>
                  <a:pt x="2910015" y="1093623"/>
                  <a:pt x="2943211" y="1101118"/>
                </a:cubicBezTo>
                <a:cubicBezTo>
                  <a:pt x="2965834" y="1106396"/>
                  <a:pt x="2984018" y="1123286"/>
                  <a:pt x="2984018" y="1154744"/>
                </a:cubicBezTo>
                <a:cubicBezTo>
                  <a:pt x="2984018" y="1195490"/>
                  <a:pt x="2955157" y="1217236"/>
                  <a:pt x="2908641" y="1217236"/>
                </a:cubicBezTo>
                <a:cubicBezTo>
                  <a:pt x="2862124" y="1217236"/>
                  <a:pt x="2831889" y="1195068"/>
                  <a:pt x="2826603" y="1158333"/>
                </a:cubicBezTo>
                <a:lnTo>
                  <a:pt x="2826708" y="1158333"/>
                </a:lnTo>
                <a:lnTo>
                  <a:pt x="2861701" y="1151682"/>
                </a:lnTo>
                <a:cubicBezTo>
                  <a:pt x="2866142" y="1175117"/>
                  <a:pt x="2882105" y="1187151"/>
                  <a:pt x="2909592" y="1187151"/>
                </a:cubicBezTo>
                <a:cubicBezTo>
                  <a:pt x="2934859" y="1187151"/>
                  <a:pt x="2949025" y="1177017"/>
                  <a:pt x="2949025" y="1159283"/>
                </a:cubicBezTo>
                <a:cubicBezTo>
                  <a:pt x="2949025" y="1129620"/>
                  <a:pt x="2906843" y="1129620"/>
                  <a:pt x="2873648" y="1121597"/>
                </a:cubicBezTo>
                <a:cubicBezTo>
                  <a:pt x="2850601" y="1116319"/>
                  <a:pt x="2832417" y="1099429"/>
                  <a:pt x="2832417" y="1067972"/>
                </a:cubicBezTo>
                <a:cubicBezTo>
                  <a:pt x="2832417" y="1034297"/>
                  <a:pt x="2859481" y="1006851"/>
                  <a:pt x="2907795" y="1006851"/>
                </a:cubicBezTo>
                <a:close/>
                <a:moveTo>
                  <a:pt x="2697732" y="1006851"/>
                </a:moveTo>
                <a:cubicBezTo>
                  <a:pt x="2726593" y="1006851"/>
                  <a:pt x="2750062" y="1016141"/>
                  <a:pt x="2767823" y="1035247"/>
                </a:cubicBezTo>
                <a:cubicBezTo>
                  <a:pt x="2785584" y="1054354"/>
                  <a:pt x="2794464" y="1080006"/>
                  <a:pt x="2794464" y="1111885"/>
                </a:cubicBezTo>
                <a:cubicBezTo>
                  <a:pt x="2794464" y="1142498"/>
                  <a:pt x="2785584" y="1167728"/>
                  <a:pt x="2767400" y="1187573"/>
                </a:cubicBezTo>
                <a:cubicBezTo>
                  <a:pt x="2749217" y="1207525"/>
                  <a:pt x="2726593" y="1217236"/>
                  <a:pt x="2699529" y="1217236"/>
                </a:cubicBezTo>
                <a:cubicBezTo>
                  <a:pt x="2670668" y="1217236"/>
                  <a:pt x="2647198" y="1207525"/>
                  <a:pt x="2629437" y="1188418"/>
                </a:cubicBezTo>
                <a:cubicBezTo>
                  <a:pt x="2611253" y="1169417"/>
                  <a:pt x="2602373" y="1144082"/>
                  <a:pt x="2602373" y="1111780"/>
                </a:cubicBezTo>
                <a:cubicBezTo>
                  <a:pt x="2602373" y="1081272"/>
                  <a:pt x="2611676" y="1056465"/>
                  <a:pt x="2629860" y="1036514"/>
                </a:cubicBezTo>
                <a:cubicBezTo>
                  <a:pt x="2648044" y="1016563"/>
                  <a:pt x="2670668" y="1006851"/>
                  <a:pt x="2697732" y="1006851"/>
                </a:cubicBezTo>
                <a:close/>
                <a:moveTo>
                  <a:pt x="2180766" y="1006851"/>
                </a:moveTo>
                <a:cubicBezTo>
                  <a:pt x="2210051" y="1006851"/>
                  <a:pt x="2231723" y="1016985"/>
                  <a:pt x="2247263" y="1037887"/>
                </a:cubicBezTo>
                <a:lnTo>
                  <a:pt x="2247158" y="1037887"/>
                </a:lnTo>
                <a:cubicBezTo>
                  <a:pt x="2262276" y="1058682"/>
                  <a:pt x="2267984" y="1085706"/>
                  <a:pt x="2264496" y="1118958"/>
                </a:cubicBezTo>
                <a:lnTo>
                  <a:pt x="2125264" y="1118958"/>
                </a:lnTo>
                <a:cubicBezTo>
                  <a:pt x="2127061" y="1161922"/>
                  <a:pt x="2148733" y="1184090"/>
                  <a:pt x="2183832" y="1184090"/>
                </a:cubicBezTo>
                <a:cubicBezTo>
                  <a:pt x="2207302" y="1184090"/>
                  <a:pt x="2224640" y="1174378"/>
                  <a:pt x="2235740" y="1155272"/>
                </a:cubicBezTo>
                <a:lnTo>
                  <a:pt x="2262804" y="1174801"/>
                </a:lnTo>
                <a:cubicBezTo>
                  <a:pt x="2246418" y="1203197"/>
                  <a:pt x="2219354" y="1217342"/>
                  <a:pt x="2182035" y="1217342"/>
                </a:cubicBezTo>
                <a:cubicBezTo>
                  <a:pt x="2122198" y="1217342"/>
                  <a:pt x="2088474" y="1177440"/>
                  <a:pt x="2088474" y="1114102"/>
                </a:cubicBezTo>
                <a:cubicBezTo>
                  <a:pt x="2088474" y="1084017"/>
                  <a:pt x="2096403" y="1058788"/>
                  <a:pt x="2112895" y="1037887"/>
                </a:cubicBezTo>
                <a:cubicBezTo>
                  <a:pt x="2128859" y="1017091"/>
                  <a:pt x="2151482" y="1006851"/>
                  <a:pt x="2180766" y="1006851"/>
                </a:cubicBezTo>
                <a:close/>
                <a:moveTo>
                  <a:pt x="1756306" y="1006851"/>
                </a:moveTo>
                <a:cubicBezTo>
                  <a:pt x="1785168" y="1006851"/>
                  <a:pt x="1808637" y="1016141"/>
                  <a:pt x="1826398" y="1035247"/>
                </a:cubicBezTo>
                <a:cubicBezTo>
                  <a:pt x="1844158" y="1054354"/>
                  <a:pt x="1853039" y="1080006"/>
                  <a:pt x="1853039" y="1111885"/>
                </a:cubicBezTo>
                <a:cubicBezTo>
                  <a:pt x="1853039" y="1142498"/>
                  <a:pt x="1844158" y="1167728"/>
                  <a:pt x="1825975" y="1187573"/>
                </a:cubicBezTo>
                <a:cubicBezTo>
                  <a:pt x="1807791" y="1207525"/>
                  <a:pt x="1785168" y="1217236"/>
                  <a:pt x="1758104" y="1217236"/>
                </a:cubicBezTo>
                <a:cubicBezTo>
                  <a:pt x="1729242" y="1217236"/>
                  <a:pt x="1705773" y="1207525"/>
                  <a:pt x="1688012" y="1188418"/>
                </a:cubicBezTo>
                <a:cubicBezTo>
                  <a:pt x="1669828" y="1169417"/>
                  <a:pt x="1660948" y="1144082"/>
                  <a:pt x="1660948" y="1111780"/>
                </a:cubicBezTo>
                <a:cubicBezTo>
                  <a:pt x="1660948" y="1081272"/>
                  <a:pt x="1670251" y="1056465"/>
                  <a:pt x="1688435" y="1036514"/>
                </a:cubicBezTo>
                <a:cubicBezTo>
                  <a:pt x="1706619" y="1016563"/>
                  <a:pt x="1729242" y="1006851"/>
                  <a:pt x="1756306" y="1006851"/>
                </a:cubicBezTo>
                <a:close/>
                <a:moveTo>
                  <a:pt x="2493272" y="1006746"/>
                </a:moveTo>
                <a:cubicBezTo>
                  <a:pt x="2528793" y="1006746"/>
                  <a:pt x="2557549" y="1031553"/>
                  <a:pt x="2557549" y="1080745"/>
                </a:cubicBezTo>
                <a:lnTo>
                  <a:pt x="2557549" y="1080851"/>
                </a:lnTo>
                <a:lnTo>
                  <a:pt x="2557549" y="1212803"/>
                </a:lnTo>
                <a:cubicBezTo>
                  <a:pt x="2557549" y="1212803"/>
                  <a:pt x="2520336" y="1212803"/>
                  <a:pt x="2520336" y="1212803"/>
                </a:cubicBezTo>
                <a:lnTo>
                  <a:pt x="2520336" y="1091407"/>
                </a:lnTo>
                <a:cubicBezTo>
                  <a:pt x="2520336" y="1058155"/>
                  <a:pt x="2504795" y="1042637"/>
                  <a:pt x="2481326" y="1042637"/>
                </a:cubicBezTo>
                <a:cubicBezTo>
                  <a:pt x="2461345" y="1042637"/>
                  <a:pt x="2443584" y="1051082"/>
                  <a:pt x="2428995" y="1067866"/>
                </a:cubicBezTo>
                <a:lnTo>
                  <a:pt x="2428995" y="1212698"/>
                </a:lnTo>
                <a:cubicBezTo>
                  <a:pt x="2428995" y="1212698"/>
                  <a:pt x="2391253" y="1212698"/>
                  <a:pt x="2391253" y="1212698"/>
                </a:cubicBezTo>
                <a:lnTo>
                  <a:pt x="2391253" y="1010757"/>
                </a:lnTo>
                <a:cubicBezTo>
                  <a:pt x="2391253" y="1010757"/>
                  <a:pt x="2425400" y="1010757"/>
                  <a:pt x="2425400" y="1010757"/>
                </a:cubicBezTo>
                <a:lnTo>
                  <a:pt x="2426246" y="1045276"/>
                </a:lnTo>
                <a:lnTo>
                  <a:pt x="2428043" y="1046648"/>
                </a:lnTo>
                <a:cubicBezTo>
                  <a:pt x="2445381" y="1020047"/>
                  <a:pt x="2467053" y="1006746"/>
                  <a:pt x="2493272" y="1006746"/>
                </a:cubicBezTo>
                <a:close/>
                <a:moveTo>
                  <a:pt x="1981910" y="1006746"/>
                </a:moveTo>
                <a:cubicBezTo>
                  <a:pt x="2025783" y="1006746"/>
                  <a:pt x="2053799" y="1027964"/>
                  <a:pt x="2060459" y="1067022"/>
                </a:cubicBezTo>
                <a:lnTo>
                  <a:pt x="2025889" y="1074517"/>
                </a:lnTo>
                <a:cubicBezTo>
                  <a:pt x="2020603" y="1051082"/>
                  <a:pt x="2006331" y="1039576"/>
                  <a:pt x="1982862" y="1039576"/>
                </a:cubicBezTo>
                <a:cubicBezTo>
                  <a:pt x="1947868" y="1039576"/>
                  <a:pt x="1928311" y="1067022"/>
                  <a:pt x="1928311" y="1111780"/>
                </a:cubicBezTo>
                <a:cubicBezTo>
                  <a:pt x="1928311" y="1157805"/>
                  <a:pt x="1949137" y="1183035"/>
                  <a:pt x="1984236" y="1183035"/>
                </a:cubicBezTo>
                <a:cubicBezTo>
                  <a:pt x="2006860" y="1183035"/>
                  <a:pt x="2021977" y="1171951"/>
                  <a:pt x="2028638" y="1149360"/>
                </a:cubicBezTo>
                <a:lnTo>
                  <a:pt x="2062362" y="1156433"/>
                </a:lnTo>
                <a:cubicBezTo>
                  <a:pt x="2052213" y="1196758"/>
                  <a:pt x="2025995" y="1217131"/>
                  <a:pt x="1983813" y="1217131"/>
                </a:cubicBezTo>
                <a:cubicBezTo>
                  <a:pt x="1923025" y="1217131"/>
                  <a:pt x="1890675" y="1177229"/>
                  <a:pt x="1890675" y="1111675"/>
                </a:cubicBezTo>
                <a:lnTo>
                  <a:pt x="1890569" y="1111780"/>
                </a:lnTo>
                <a:cubicBezTo>
                  <a:pt x="1890569" y="1079478"/>
                  <a:pt x="1899026" y="1054249"/>
                  <a:pt x="1916259" y="1035142"/>
                </a:cubicBezTo>
                <a:cubicBezTo>
                  <a:pt x="1933174" y="1016141"/>
                  <a:pt x="1954846" y="1006746"/>
                  <a:pt x="1981910" y="1006746"/>
                </a:cubicBezTo>
                <a:close/>
                <a:moveTo>
                  <a:pt x="3206238" y="1006640"/>
                </a:moveTo>
                <a:cubicBezTo>
                  <a:pt x="3230660" y="1006640"/>
                  <a:pt x="3253706" y="1020785"/>
                  <a:pt x="3262586" y="1047387"/>
                </a:cubicBezTo>
                <a:cubicBezTo>
                  <a:pt x="3280347" y="1020363"/>
                  <a:pt x="3302020" y="1006640"/>
                  <a:pt x="3327815" y="1006640"/>
                </a:cubicBezTo>
                <a:cubicBezTo>
                  <a:pt x="3361116" y="1006640"/>
                  <a:pt x="3388180" y="1031025"/>
                  <a:pt x="3388180" y="1075678"/>
                </a:cubicBezTo>
                <a:lnTo>
                  <a:pt x="3388180" y="1075889"/>
                </a:lnTo>
                <a:lnTo>
                  <a:pt x="3388180" y="1212697"/>
                </a:lnTo>
                <a:cubicBezTo>
                  <a:pt x="3388180" y="1212697"/>
                  <a:pt x="3350967" y="1212697"/>
                  <a:pt x="3350967" y="1212697"/>
                </a:cubicBezTo>
                <a:lnTo>
                  <a:pt x="3350967" y="1086023"/>
                </a:lnTo>
                <a:cubicBezTo>
                  <a:pt x="3350967" y="1057626"/>
                  <a:pt x="3336801" y="1042637"/>
                  <a:pt x="3315974" y="1042637"/>
                </a:cubicBezTo>
                <a:cubicBezTo>
                  <a:pt x="3297368" y="1042637"/>
                  <a:pt x="3280981" y="1050554"/>
                  <a:pt x="3266709" y="1066071"/>
                </a:cubicBezTo>
                <a:cubicBezTo>
                  <a:pt x="3267132" y="1068288"/>
                  <a:pt x="3267132" y="1071350"/>
                  <a:pt x="3267132" y="1075783"/>
                </a:cubicBezTo>
                <a:lnTo>
                  <a:pt x="3267132" y="1212592"/>
                </a:lnTo>
                <a:cubicBezTo>
                  <a:pt x="3267132" y="1212592"/>
                  <a:pt x="3229391" y="1212592"/>
                  <a:pt x="3229391" y="1212592"/>
                </a:cubicBezTo>
                <a:lnTo>
                  <a:pt x="3229391" y="1085917"/>
                </a:lnTo>
                <a:cubicBezTo>
                  <a:pt x="3229391" y="1057521"/>
                  <a:pt x="3215647" y="1042531"/>
                  <a:pt x="3194821" y="1042531"/>
                </a:cubicBezTo>
                <a:cubicBezTo>
                  <a:pt x="3176637" y="1042531"/>
                  <a:pt x="3160251" y="1050976"/>
                  <a:pt x="3145979" y="1067338"/>
                </a:cubicBezTo>
                <a:lnTo>
                  <a:pt x="3145979" y="1212592"/>
                </a:lnTo>
                <a:cubicBezTo>
                  <a:pt x="3145979" y="1212592"/>
                  <a:pt x="3108237" y="1212592"/>
                  <a:pt x="3108237" y="1212592"/>
                </a:cubicBezTo>
                <a:lnTo>
                  <a:pt x="3108237" y="1010651"/>
                </a:lnTo>
                <a:cubicBezTo>
                  <a:pt x="3108237" y="1010651"/>
                  <a:pt x="3142384" y="1010651"/>
                  <a:pt x="3142384" y="1010651"/>
                </a:cubicBezTo>
                <a:lnTo>
                  <a:pt x="3143230" y="1045170"/>
                </a:lnTo>
                <a:lnTo>
                  <a:pt x="3144604" y="1046015"/>
                </a:lnTo>
                <a:cubicBezTo>
                  <a:pt x="3160991" y="1019835"/>
                  <a:pt x="3181817" y="1006640"/>
                  <a:pt x="3206238" y="1006640"/>
                </a:cubicBezTo>
                <a:close/>
                <a:moveTo>
                  <a:pt x="2160680" y="929791"/>
                </a:moveTo>
                <a:lnTo>
                  <a:pt x="2201064" y="929791"/>
                </a:lnTo>
                <a:cubicBezTo>
                  <a:pt x="2201064" y="929791"/>
                  <a:pt x="2241872" y="984683"/>
                  <a:pt x="2241872" y="984683"/>
                </a:cubicBezTo>
                <a:lnTo>
                  <a:pt x="2213434" y="984683"/>
                </a:lnTo>
                <a:cubicBezTo>
                  <a:pt x="2213434" y="984683"/>
                  <a:pt x="2194940" y="967523"/>
                  <a:pt x="2185692" y="958942"/>
                </a:cubicBezTo>
                <a:lnTo>
                  <a:pt x="2180608" y="954225"/>
                </a:lnTo>
                <a:lnTo>
                  <a:pt x="2180661" y="954176"/>
                </a:lnTo>
                <a:lnTo>
                  <a:pt x="2180555" y="954176"/>
                </a:lnTo>
                <a:lnTo>
                  <a:pt x="2180608" y="954225"/>
                </a:lnTo>
                <a:lnTo>
                  <a:pt x="2148311" y="984683"/>
                </a:lnTo>
                <a:lnTo>
                  <a:pt x="2119872" y="984683"/>
                </a:lnTo>
                <a:cubicBezTo>
                  <a:pt x="2119872" y="984683"/>
                  <a:pt x="2160680" y="929791"/>
                  <a:pt x="2160680" y="929791"/>
                </a:cubicBezTo>
                <a:close/>
                <a:moveTo>
                  <a:pt x="4344935" y="479041"/>
                </a:moveTo>
                <a:lnTo>
                  <a:pt x="4344935" y="479175"/>
                </a:lnTo>
                <a:lnTo>
                  <a:pt x="4233719" y="508598"/>
                </a:lnTo>
                <a:cubicBezTo>
                  <a:pt x="4167645" y="527283"/>
                  <a:pt x="4146501" y="554518"/>
                  <a:pt x="4149990" y="580909"/>
                </a:cubicBezTo>
                <a:cubicBezTo>
                  <a:pt x="4151893" y="595370"/>
                  <a:pt x="4163628" y="615744"/>
                  <a:pt x="4201686" y="617855"/>
                </a:cubicBezTo>
                <a:cubicBezTo>
                  <a:pt x="4254863" y="620811"/>
                  <a:pt x="4292288" y="600121"/>
                  <a:pt x="4328232" y="572464"/>
                </a:cubicBezTo>
                <a:cubicBezTo>
                  <a:pt x="4328232" y="572464"/>
                  <a:pt x="4344935" y="559057"/>
                  <a:pt x="4344935" y="559057"/>
                </a:cubicBezTo>
                <a:lnTo>
                  <a:pt x="4344935" y="479175"/>
                </a:lnTo>
                <a:lnTo>
                  <a:pt x="4345041" y="479147"/>
                </a:lnTo>
                <a:close/>
                <a:moveTo>
                  <a:pt x="2552474" y="306130"/>
                </a:moveTo>
                <a:cubicBezTo>
                  <a:pt x="2473607" y="306130"/>
                  <a:pt x="2426457" y="359756"/>
                  <a:pt x="2426457" y="459090"/>
                </a:cubicBezTo>
                <a:cubicBezTo>
                  <a:pt x="2426457" y="558424"/>
                  <a:pt x="2474348" y="613105"/>
                  <a:pt x="2552474" y="613105"/>
                </a:cubicBezTo>
                <a:cubicBezTo>
                  <a:pt x="2630600" y="613105"/>
                  <a:pt x="2677327" y="555468"/>
                  <a:pt x="2677327" y="459090"/>
                </a:cubicBezTo>
                <a:cubicBezTo>
                  <a:pt x="2677327" y="389313"/>
                  <a:pt x="2655655" y="306130"/>
                  <a:pt x="2552474" y="306130"/>
                </a:cubicBezTo>
                <a:close/>
                <a:moveTo>
                  <a:pt x="3477513" y="195818"/>
                </a:moveTo>
                <a:lnTo>
                  <a:pt x="3639791" y="195818"/>
                </a:lnTo>
                <a:lnTo>
                  <a:pt x="3751642" y="569719"/>
                </a:lnTo>
                <a:lnTo>
                  <a:pt x="3758937" y="569719"/>
                </a:lnTo>
                <a:lnTo>
                  <a:pt x="3871738" y="195818"/>
                </a:lnTo>
                <a:lnTo>
                  <a:pt x="4034017" y="195818"/>
                </a:lnTo>
                <a:lnTo>
                  <a:pt x="3823213" y="725001"/>
                </a:lnTo>
                <a:lnTo>
                  <a:pt x="3682396" y="725001"/>
                </a:lnTo>
                <a:close/>
                <a:moveTo>
                  <a:pt x="3293245" y="195818"/>
                </a:moveTo>
                <a:lnTo>
                  <a:pt x="3431737" y="195818"/>
                </a:lnTo>
                <a:lnTo>
                  <a:pt x="3431737" y="725001"/>
                </a:lnTo>
                <a:lnTo>
                  <a:pt x="3293245" y="725001"/>
                </a:lnTo>
                <a:close/>
                <a:moveTo>
                  <a:pt x="4256660" y="194129"/>
                </a:moveTo>
                <a:cubicBezTo>
                  <a:pt x="4332461" y="194129"/>
                  <a:pt x="4384474" y="207113"/>
                  <a:pt x="4420419" y="234876"/>
                </a:cubicBezTo>
                <a:lnTo>
                  <a:pt x="4420207" y="234982"/>
                </a:lnTo>
                <a:cubicBezTo>
                  <a:pt x="4460698" y="266334"/>
                  <a:pt x="4480361" y="316792"/>
                  <a:pt x="4480361" y="389524"/>
                </a:cubicBezTo>
                <a:cubicBezTo>
                  <a:pt x="4480361" y="389524"/>
                  <a:pt x="4479621" y="725106"/>
                  <a:pt x="4479621" y="725106"/>
                </a:cubicBezTo>
                <a:lnTo>
                  <a:pt x="4351596" y="725106"/>
                </a:lnTo>
                <a:cubicBezTo>
                  <a:pt x="4351596" y="725106"/>
                  <a:pt x="4351596" y="662930"/>
                  <a:pt x="4351596" y="662930"/>
                </a:cubicBezTo>
                <a:lnTo>
                  <a:pt x="4344090" y="662930"/>
                </a:lnTo>
                <a:cubicBezTo>
                  <a:pt x="4302119" y="705366"/>
                  <a:pt x="4261841" y="731440"/>
                  <a:pt x="4192278" y="731440"/>
                </a:cubicBezTo>
                <a:cubicBezTo>
                  <a:pt x="4186780" y="731440"/>
                  <a:pt x="4184560" y="731229"/>
                  <a:pt x="4178957" y="731229"/>
                </a:cubicBezTo>
                <a:cubicBezTo>
                  <a:pt x="4104848" y="731229"/>
                  <a:pt x="4007904" y="675281"/>
                  <a:pt x="4007904" y="581859"/>
                </a:cubicBezTo>
                <a:cubicBezTo>
                  <a:pt x="4007904" y="503109"/>
                  <a:pt x="4075881" y="448006"/>
                  <a:pt x="4199255" y="418343"/>
                </a:cubicBezTo>
                <a:cubicBezTo>
                  <a:pt x="4199255" y="418343"/>
                  <a:pt x="4342398" y="385935"/>
                  <a:pt x="4342398" y="385935"/>
                </a:cubicBezTo>
                <a:lnTo>
                  <a:pt x="4342398" y="358700"/>
                </a:lnTo>
                <a:cubicBezTo>
                  <a:pt x="4342398" y="310036"/>
                  <a:pt x="4292499" y="299797"/>
                  <a:pt x="4255391" y="299797"/>
                </a:cubicBezTo>
                <a:cubicBezTo>
                  <a:pt x="4199361" y="299797"/>
                  <a:pt x="4165002" y="325659"/>
                  <a:pt x="4153267" y="376857"/>
                </a:cubicBezTo>
                <a:lnTo>
                  <a:pt x="4151470" y="384457"/>
                </a:lnTo>
                <a:lnTo>
                  <a:pt x="4030951" y="365667"/>
                </a:lnTo>
                <a:lnTo>
                  <a:pt x="4032431" y="357750"/>
                </a:lnTo>
                <a:cubicBezTo>
                  <a:pt x="4052094" y="249232"/>
                  <a:pt x="4127578" y="194129"/>
                  <a:pt x="4256660" y="194129"/>
                </a:cubicBezTo>
                <a:close/>
                <a:moveTo>
                  <a:pt x="2548879" y="187901"/>
                </a:moveTo>
                <a:cubicBezTo>
                  <a:pt x="2630811" y="187901"/>
                  <a:pt x="2698260" y="212708"/>
                  <a:pt x="2749322" y="261583"/>
                </a:cubicBezTo>
                <a:lnTo>
                  <a:pt x="2749216" y="261583"/>
                </a:lnTo>
                <a:lnTo>
                  <a:pt x="2750062" y="262428"/>
                </a:lnTo>
                <a:cubicBezTo>
                  <a:pt x="2799221" y="310986"/>
                  <a:pt x="2824065" y="377068"/>
                  <a:pt x="2824065" y="458984"/>
                </a:cubicBezTo>
                <a:cubicBezTo>
                  <a:pt x="2824065" y="537311"/>
                  <a:pt x="2798164" y="602971"/>
                  <a:pt x="2747102" y="654063"/>
                </a:cubicBezTo>
                <a:cubicBezTo>
                  <a:pt x="2696040" y="705155"/>
                  <a:pt x="2631234" y="731123"/>
                  <a:pt x="2554694" y="731123"/>
                </a:cubicBezTo>
                <a:cubicBezTo>
                  <a:pt x="2387553" y="731123"/>
                  <a:pt x="2279508" y="624295"/>
                  <a:pt x="2279508" y="458984"/>
                </a:cubicBezTo>
                <a:cubicBezTo>
                  <a:pt x="2279508" y="380657"/>
                  <a:pt x="2305409" y="314998"/>
                  <a:pt x="2356471" y="263906"/>
                </a:cubicBezTo>
                <a:cubicBezTo>
                  <a:pt x="2407533" y="212814"/>
                  <a:pt x="2466947" y="187901"/>
                  <a:pt x="2548879" y="187901"/>
                </a:cubicBezTo>
                <a:close/>
                <a:moveTo>
                  <a:pt x="1735797" y="183045"/>
                </a:moveTo>
                <a:cubicBezTo>
                  <a:pt x="1801871" y="183045"/>
                  <a:pt x="1856422" y="213658"/>
                  <a:pt x="1886023" y="267178"/>
                </a:cubicBezTo>
                <a:lnTo>
                  <a:pt x="1886975" y="267178"/>
                </a:lnTo>
                <a:cubicBezTo>
                  <a:pt x="1932011" y="211336"/>
                  <a:pt x="1986985" y="183045"/>
                  <a:pt x="2050310" y="183045"/>
                </a:cubicBezTo>
                <a:lnTo>
                  <a:pt x="2050522" y="183151"/>
                </a:lnTo>
                <a:cubicBezTo>
                  <a:pt x="2136999" y="183151"/>
                  <a:pt x="2224323" y="241632"/>
                  <a:pt x="2224323" y="372212"/>
                </a:cubicBezTo>
                <a:lnTo>
                  <a:pt x="2224323" y="725001"/>
                </a:lnTo>
                <a:lnTo>
                  <a:pt x="2082977" y="725001"/>
                </a:lnTo>
                <a:lnTo>
                  <a:pt x="2082977" y="401770"/>
                </a:lnTo>
                <a:cubicBezTo>
                  <a:pt x="2082977" y="346350"/>
                  <a:pt x="2058768" y="315737"/>
                  <a:pt x="2014789" y="315737"/>
                </a:cubicBezTo>
                <a:cubicBezTo>
                  <a:pt x="1975567" y="315737"/>
                  <a:pt x="1940468" y="328615"/>
                  <a:pt x="1910550" y="354056"/>
                </a:cubicBezTo>
                <a:cubicBezTo>
                  <a:pt x="1910867" y="359123"/>
                  <a:pt x="1910867" y="365034"/>
                  <a:pt x="1910867" y="372212"/>
                </a:cubicBezTo>
                <a:lnTo>
                  <a:pt x="1910867" y="725001"/>
                </a:lnTo>
                <a:lnTo>
                  <a:pt x="1768358" y="725001"/>
                </a:lnTo>
                <a:lnTo>
                  <a:pt x="1768358" y="401770"/>
                </a:lnTo>
                <a:cubicBezTo>
                  <a:pt x="1768358" y="346350"/>
                  <a:pt x="1744149" y="315737"/>
                  <a:pt x="1700169" y="315737"/>
                </a:cubicBezTo>
                <a:cubicBezTo>
                  <a:pt x="1662111" y="315737"/>
                  <a:pt x="1628175" y="330199"/>
                  <a:pt x="1596248" y="359861"/>
                </a:cubicBezTo>
                <a:lnTo>
                  <a:pt x="1596248" y="725001"/>
                </a:lnTo>
                <a:lnTo>
                  <a:pt x="1454902" y="725001"/>
                </a:lnTo>
                <a:lnTo>
                  <a:pt x="1454902" y="195818"/>
                </a:lnTo>
                <a:lnTo>
                  <a:pt x="1585465" y="195818"/>
                </a:lnTo>
                <a:cubicBezTo>
                  <a:pt x="1585465" y="195818"/>
                  <a:pt x="1587368" y="261267"/>
                  <a:pt x="1587368" y="261267"/>
                </a:cubicBezTo>
                <a:lnTo>
                  <a:pt x="1591702" y="261267"/>
                </a:lnTo>
                <a:cubicBezTo>
                  <a:pt x="1636633" y="209119"/>
                  <a:pt x="1680717" y="183045"/>
                  <a:pt x="1735797" y="183045"/>
                </a:cubicBezTo>
                <a:close/>
                <a:moveTo>
                  <a:pt x="2930101" y="63443"/>
                </a:moveTo>
                <a:lnTo>
                  <a:pt x="3068593" y="63443"/>
                </a:lnTo>
                <a:lnTo>
                  <a:pt x="3068698" y="63443"/>
                </a:lnTo>
                <a:cubicBezTo>
                  <a:pt x="3068698" y="63443"/>
                  <a:pt x="3068698" y="195818"/>
                  <a:pt x="3068698" y="195818"/>
                </a:cubicBezTo>
                <a:lnTo>
                  <a:pt x="3233725" y="195818"/>
                </a:lnTo>
                <a:lnTo>
                  <a:pt x="3233725" y="314575"/>
                </a:lnTo>
                <a:cubicBezTo>
                  <a:pt x="3233725" y="314575"/>
                  <a:pt x="3068698" y="314575"/>
                  <a:pt x="3068698" y="314575"/>
                </a:cubicBezTo>
                <a:lnTo>
                  <a:pt x="3068698" y="552195"/>
                </a:lnTo>
                <a:cubicBezTo>
                  <a:pt x="3068698" y="579641"/>
                  <a:pt x="3083605" y="592309"/>
                  <a:pt x="3108871" y="592309"/>
                </a:cubicBezTo>
                <a:lnTo>
                  <a:pt x="3207507" y="592309"/>
                </a:lnTo>
                <a:lnTo>
                  <a:pt x="3207507" y="724895"/>
                </a:lnTo>
                <a:lnTo>
                  <a:pt x="3104326" y="724895"/>
                </a:lnTo>
                <a:cubicBezTo>
                  <a:pt x="2993638" y="724895"/>
                  <a:pt x="2930101" y="659130"/>
                  <a:pt x="2930101" y="544595"/>
                </a:cubicBezTo>
                <a:cubicBezTo>
                  <a:pt x="2930101" y="544595"/>
                  <a:pt x="2930101" y="314470"/>
                  <a:pt x="2930101" y="314470"/>
                </a:cubicBezTo>
                <a:lnTo>
                  <a:pt x="2835800" y="314470"/>
                </a:lnTo>
                <a:cubicBezTo>
                  <a:pt x="2835800" y="314470"/>
                  <a:pt x="2835800" y="195712"/>
                  <a:pt x="2835800" y="195712"/>
                </a:cubicBezTo>
                <a:lnTo>
                  <a:pt x="2869313" y="195712"/>
                </a:lnTo>
                <a:cubicBezTo>
                  <a:pt x="2902826" y="195712"/>
                  <a:pt x="2930101" y="187901"/>
                  <a:pt x="2930101" y="135014"/>
                </a:cubicBezTo>
                <a:close/>
                <a:moveTo>
                  <a:pt x="1190287" y="63443"/>
                </a:moveTo>
                <a:lnTo>
                  <a:pt x="1190287" y="460251"/>
                </a:lnTo>
                <a:cubicBezTo>
                  <a:pt x="1143243" y="460251"/>
                  <a:pt x="1095986" y="473657"/>
                  <a:pt x="1050633" y="519049"/>
                </a:cubicBezTo>
                <a:cubicBezTo>
                  <a:pt x="956438" y="613210"/>
                  <a:pt x="1010248" y="718772"/>
                  <a:pt x="930959" y="798049"/>
                </a:cubicBezTo>
                <a:cubicBezTo>
                  <a:pt x="897129" y="831935"/>
                  <a:pt x="848605" y="857164"/>
                  <a:pt x="793525" y="857164"/>
                </a:cubicBezTo>
                <a:lnTo>
                  <a:pt x="793525" y="460356"/>
                </a:lnTo>
                <a:cubicBezTo>
                  <a:pt x="840147" y="460356"/>
                  <a:pt x="887826" y="446950"/>
                  <a:pt x="933180" y="401558"/>
                </a:cubicBezTo>
                <a:cubicBezTo>
                  <a:pt x="1027375" y="307397"/>
                  <a:pt x="973564" y="201940"/>
                  <a:pt x="1052853" y="122558"/>
                </a:cubicBezTo>
                <a:cubicBezTo>
                  <a:pt x="1086789" y="88672"/>
                  <a:pt x="1136477" y="63865"/>
                  <a:pt x="1190287" y="63443"/>
                </a:cubicBezTo>
                <a:close/>
                <a:moveTo>
                  <a:pt x="793525" y="63443"/>
                </a:moveTo>
                <a:lnTo>
                  <a:pt x="793525" y="460251"/>
                </a:lnTo>
                <a:cubicBezTo>
                  <a:pt x="746481" y="460251"/>
                  <a:pt x="699224" y="473657"/>
                  <a:pt x="653871" y="519049"/>
                </a:cubicBezTo>
                <a:cubicBezTo>
                  <a:pt x="559676" y="613210"/>
                  <a:pt x="613486" y="718772"/>
                  <a:pt x="534197" y="798049"/>
                </a:cubicBezTo>
                <a:cubicBezTo>
                  <a:pt x="500367" y="831935"/>
                  <a:pt x="451843" y="857164"/>
                  <a:pt x="396763" y="857164"/>
                </a:cubicBezTo>
                <a:lnTo>
                  <a:pt x="396763" y="460356"/>
                </a:lnTo>
                <a:cubicBezTo>
                  <a:pt x="443385" y="460356"/>
                  <a:pt x="491064" y="446950"/>
                  <a:pt x="536418" y="401558"/>
                </a:cubicBezTo>
                <a:cubicBezTo>
                  <a:pt x="630613" y="307397"/>
                  <a:pt x="576802" y="201940"/>
                  <a:pt x="656091" y="122558"/>
                </a:cubicBezTo>
                <a:cubicBezTo>
                  <a:pt x="690027" y="88672"/>
                  <a:pt x="739715" y="63865"/>
                  <a:pt x="793525" y="63443"/>
                </a:cubicBezTo>
                <a:close/>
                <a:moveTo>
                  <a:pt x="396762" y="63443"/>
                </a:moveTo>
                <a:lnTo>
                  <a:pt x="396762" y="460251"/>
                </a:lnTo>
                <a:cubicBezTo>
                  <a:pt x="349718" y="460251"/>
                  <a:pt x="302461" y="473657"/>
                  <a:pt x="257108" y="519049"/>
                </a:cubicBezTo>
                <a:cubicBezTo>
                  <a:pt x="162913" y="613210"/>
                  <a:pt x="216723" y="718772"/>
                  <a:pt x="137434" y="798049"/>
                </a:cubicBezTo>
                <a:cubicBezTo>
                  <a:pt x="103604" y="831935"/>
                  <a:pt x="53811" y="856848"/>
                  <a:pt x="0" y="857164"/>
                </a:cubicBezTo>
                <a:lnTo>
                  <a:pt x="0" y="460356"/>
                </a:lnTo>
                <a:cubicBezTo>
                  <a:pt x="46622" y="460356"/>
                  <a:pt x="94301" y="446950"/>
                  <a:pt x="139654" y="401558"/>
                </a:cubicBezTo>
                <a:cubicBezTo>
                  <a:pt x="233850" y="307397"/>
                  <a:pt x="180039" y="201940"/>
                  <a:pt x="259328" y="122558"/>
                </a:cubicBezTo>
                <a:cubicBezTo>
                  <a:pt x="293264" y="88672"/>
                  <a:pt x="342952" y="63865"/>
                  <a:pt x="396762" y="63443"/>
                </a:cubicBezTo>
                <a:close/>
                <a:moveTo>
                  <a:pt x="3362597" y="0"/>
                </a:moveTo>
                <a:cubicBezTo>
                  <a:pt x="3404869" y="0"/>
                  <a:pt x="3439137" y="34217"/>
                  <a:pt x="3439137" y="76427"/>
                </a:cubicBezTo>
                <a:cubicBezTo>
                  <a:pt x="3439137" y="118636"/>
                  <a:pt x="3404869" y="152854"/>
                  <a:pt x="3362597" y="152854"/>
                </a:cubicBezTo>
                <a:cubicBezTo>
                  <a:pt x="3320325" y="152854"/>
                  <a:pt x="3286056" y="118636"/>
                  <a:pt x="3286056" y="76427"/>
                </a:cubicBezTo>
                <a:cubicBezTo>
                  <a:pt x="3286056" y="34217"/>
                  <a:pt x="3320325" y="0"/>
                  <a:pt x="33625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pt-BR" dirty="0"/>
              <a:t>l</a:t>
            </a:r>
          </a:p>
        </p:txBody>
      </p:sp>
      <p:sp>
        <p:nvSpPr>
          <p:cNvPr id="49" name="Forma Livre 48">
            <a:extLst>
              <a:ext uri="{FF2B5EF4-FFF2-40B4-BE49-F238E27FC236}">
                <a16:creationId xmlns:a16="http://schemas.microsoft.com/office/drawing/2014/main" id="{4D10B556-A7C4-FD82-CCE8-35B59CB53F34}"/>
              </a:ext>
            </a:extLst>
          </p:cNvPr>
          <p:cNvSpPr/>
          <p:nvPr userDrawn="1"/>
        </p:nvSpPr>
        <p:spPr>
          <a:xfrm flipH="1">
            <a:off x="5129960" y="1"/>
            <a:ext cx="2564982" cy="4266093"/>
          </a:xfrm>
          <a:custGeom>
            <a:avLst/>
            <a:gdLst>
              <a:gd name="connsiteX0" fmla="*/ 1160973 w 2564982"/>
              <a:gd name="connsiteY0" fmla="*/ 0 h 4266093"/>
              <a:gd name="connsiteX1" fmla="*/ 0 w 2564982"/>
              <a:gd name="connsiteY1" fmla="*/ 0 h 4266093"/>
              <a:gd name="connsiteX2" fmla="*/ 0 w 2564982"/>
              <a:gd name="connsiteY2" fmla="*/ 1693855 h 4266093"/>
              <a:gd name="connsiteX3" fmla="*/ 902826 w 2564982"/>
              <a:gd name="connsiteY3" fmla="*/ 2074900 h 4266093"/>
              <a:gd name="connsiteX4" fmla="*/ 1676490 w 2564982"/>
              <a:gd name="connsiteY4" fmla="*/ 3882985 h 4266093"/>
              <a:gd name="connsiteX5" fmla="*/ 2564982 w 2564982"/>
              <a:gd name="connsiteY5" fmla="*/ 4266093 h 4266093"/>
              <a:gd name="connsiteX6" fmla="*/ 2564982 w 2564982"/>
              <a:gd name="connsiteY6" fmla="*/ 1694529 h 4266093"/>
              <a:gd name="connsiteX7" fmla="*/ 1662158 w 2564982"/>
              <a:gd name="connsiteY7" fmla="*/ 1313493 h 4266093"/>
              <a:gd name="connsiteX8" fmla="*/ 1197981 w 2564982"/>
              <a:gd name="connsiteY8" fmla="*/ 142659 h 4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4982" h="4266093">
                <a:moveTo>
                  <a:pt x="1160973" y="0"/>
                </a:moveTo>
                <a:lnTo>
                  <a:pt x="0" y="0"/>
                </a:lnTo>
                <a:lnTo>
                  <a:pt x="0" y="1693855"/>
                </a:lnTo>
                <a:cubicBezTo>
                  <a:pt x="304139" y="1693855"/>
                  <a:pt x="609642" y="1780735"/>
                  <a:pt x="902826" y="2074900"/>
                </a:cubicBezTo>
                <a:cubicBezTo>
                  <a:pt x="1511769" y="2685131"/>
                  <a:pt x="1163903" y="3369228"/>
                  <a:pt x="1676490" y="3882985"/>
                </a:cubicBezTo>
                <a:cubicBezTo>
                  <a:pt x="1895205" y="4102586"/>
                  <a:pt x="2208897" y="4266093"/>
                  <a:pt x="2564982" y="4266093"/>
                </a:cubicBezTo>
                <a:lnTo>
                  <a:pt x="2564982" y="1694529"/>
                </a:lnTo>
                <a:cubicBezTo>
                  <a:pt x="2263579" y="1694529"/>
                  <a:pt x="1955341" y="1607649"/>
                  <a:pt x="1662158" y="1313493"/>
                </a:cubicBezTo>
                <a:cubicBezTo>
                  <a:pt x="1281568" y="932098"/>
                  <a:pt x="1274732" y="522110"/>
                  <a:pt x="1197981" y="142659"/>
                </a:cubicBezTo>
                <a:close/>
              </a:path>
            </a:pathLst>
          </a:custGeom>
          <a:solidFill>
            <a:schemeClr val="bg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dirty="0"/>
          </a:p>
        </p:txBody>
      </p:sp>
      <p:sp>
        <p:nvSpPr>
          <p:cNvPr id="50" name="Forma Livre 49">
            <a:extLst>
              <a:ext uri="{FF2B5EF4-FFF2-40B4-BE49-F238E27FC236}">
                <a16:creationId xmlns:a16="http://schemas.microsoft.com/office/drawing/2014/main" id="{C9724D35-323A-E7D1-C1F3-A7261A1EC207}"/>
              </a:ext>
            </a:extLst>
          </p:cNvPr>
          <p:cNvSpPr/>
          <p:nvPr userDrawn="1"/>
        </p:nvSpPr>
        <p:spPr>
          <a:xfrm flipH="1">
            <a:off x="-3" y="1"/>
            <a:ext cx="2564982" cy="4266093"/>
          </a:xfrm>
          <a:custGeom>
            <a:avLst/>
            <a:gdLst>
              <a:gd name="connsiteX0" fmla="*/ 1160972 w 2564982"/>
              <a:gd name="connsiteY0" fmla="*/ 0 h 4266093"/>
              <a:gd name="connsiteX1" fmla="*/ 0 w 2564982"/>
              <a:gd name="connsiteY1" fmla="*/ 0 h 4266093"/>
              <a:gd name="connsiteX2" fmla="*/ 0 w 2564982"/>
              <a:gd name="connsiteY2" fmla="*/ 1693855 h 4266093"/>
              <a:gd name="connsiteX3" fmla="*/ 902826 w 2564982"/>
              <a:gd name="connsiteY3" fmla="*/ 2074900 h 4266093"/>
              <a:gd name="connsiteX4" fmla="*/ 1676490 w 2564982"/>
              <a:gd name="connsiteY4" fmla="*/ 3882985 h 4266093"/>
              <a:gd name="connsiteX5" fmla="*/ 2564982 w 2564982"/>
              <a:gd name="connsiteY5" fmla="*/ 4266093 h 4266093"/>
              <a:gd name="connsiteX6" fmla="*/ 2564982 w 2564982"/>
              <a:gd name="connsiteY6" fmla="*/ 1694529 h 4266093"/>
              <a:gd name="connsiteX7" fmla="*/ 1662158 w 2564982"/>
              <a:gd name="connsiteY7" fmla="*/ 1313493 h 4266093"/>
              <a:gd name="connsiteX8" fmla="*/ 1197981 w 2564982"/>
              <a:gd name="connsiteY8" fmla="*/ 142659 h 4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4982" h="4266093">
                <a:moveTo>
                  <a:pt x="1160972" y="0"/>
                </a:moveTo>
                <a:lnTo>
                  <a:pt x="0" y="0"/>
                </a:lnTo>
                <a:lnTo>
                  <a:pt x="0" y="1693855"/>
                </a:lnTo>
                <a:cubicBezTo>
                  <a:pt x="304139" y="1693855"/>
                  <a:pt x="609641" y="1780735"/>
                  <a:pt x="902826" y="2074900"/>
                </a:cubicBezTo>
                <a:cubicBezTo>
                  <a:pt x="1511769" y="2685131"/>
                  <a:pt x="1163902" y="3369228"/>
                  <a:pt x="1676490" y="3882985"/>
                </a:cubicBezTo>
                <a:cubicBezTo>
                  <a:pt x="1895205" y="4102586"/>
                  <a:pt x="2208897" y="4266093"/>
                  <a:pt x="2564982" y="4266093"/>
                </a:cubicBezTo>
                <a:lnTo>
                  <a:pt x="2564982" y="1694529"/>
                </a:lnTo>
                <a:cubicBezTo>
                  <a:pt x="2263578" y="1694529"/>
                  <a:pt x="1955340" y="1607649"/>
                  <a:pt x="1662158" y="1313493"/>
                </a:cubicBezTo>
                <a:cubicBezTo>
                  <a:pt x="1281567" y="932098"/>
                  <a:pt x="1274731" y="522110"/>
                  <a:pt x="1197981" y="142659"/>
                </a:cubicBezTo>
                <a:close/>
              </a:path>
            </a:pathLst>
          </a:custGeom>
          <a:solidFill>
            <a:schemeClr val="bg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dirty="0"/>
          </a:p>
        </p:txBody>
      </p:sp>
      <p:sp>
        <p:nvSpPr>
          <p:cNvPr id="51" name="Espaço Reservado para Texto 31">
            <a:extLst>
              <a:ext uri="{FF2B5EF4-FFF2-40B4-BE49-F238E27FC236}">
                <a16:creationId xmlns:a16="http://schemas.microsoft.com/office/drawing/2014/main" id="{CA6FDB95-C546-C6B1-68DA-E627C76B2C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64500" y="5242174"/>
            <a:ext cx="3683000" cy="1077218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lvl1pPr marL="0" indent="0" algn="l">
              <a:buNone/>
              <a:defRPr lang="pt-BR" sz="4400" b="1" dirty="0">
                <a:solidFill>
                  <a:schemeClr val="bg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Texto do</a:t>
            </a:r>
            <a:br>
              <a:rPr lang="pt-BR" dirty="0"/>
            </a:br>
            <a:r>
              <a:rPr lang="pt-BR" dirty="0"/>
              <a:t>Slide Final</a:t>
            </a:r>
          </a:p>
        </p:txBody>
      </p:sp>
      <p:sp>
        <p:nvSpPr>
          <p:cNvPr id="54" name="Espaço Reservado para Texto 53">
            <a:extLst>
              <a:ext uri="{FF2B5EF4-FFF2-40B4-BE49-F238E27FC236}">
                <a16:creationId xmlns:a16="http://schemas.microsoft.com/office/drawing/2014/main" id="{8B5DA8E4-F110-24EC-1DD4-C92D3157D3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02880" y="1"/>
            <a:ext cx="1347616" cy="1694191"/>
          </a:xfrm>
          <a:custGeom>
            <a:avLst/>
            <a:gdLst>
              <a:gd name="connsiteX0" fmla="*/ 0 w 1347616"/>
              <a:gd name="connsiteY0" fmla="*/ 0 h 1694191"/>
              <a:gd name="connsiteX1" fmla="*/ 1347616 w 1347616"/>
              <a:gd name="connsiteY1" fmla="*/ 0 h 1694191"/>
              <a:gd name="connsiteX2" fmla="*/ 1347616 w 1347616"/>
              <a:gd name="connsiteY2" fmla="*/ 1694191 h 1694191"/>
              <a:gd name="connsiteX3" fmla="*/ 459124 w 1347616"/>
              <a:gd name="connsiteY3" fmla="*/ 1311083 h 1694191"/>
              <a:gd name="connsiteX4" fmla="*/ 62700 w 1347616"/>
              <a:gd name="connsiteY4" fmla="*/ 207792 h 169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7616" h="1694191">
                <a:moveTo>
                  <a:pt x="0" y="0"/>
                </a:moveTo>
                <a:lnTo>
                  <a:pt x="1347616" y="0"/>
                </a:lnTo>
                <a:lnTo>
                  <a:pt x="1347616" y="1694191"/>
                </a:lnTo>
                <a:cubicBezTo>
                  <a:pt x="991531" y="1694191"/>
                  <a:pt x="677839" y="1530684"/>
                  <a:pt x="459124" y="1311083"/>
                </a:cubicBezTo>
                <a:cubicBezTo>
                  <a:pt x="138757" y="989985"/>
                  <a:pt x="154505" y="602348"/>
                  <a:pt x="62700" y="207792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62013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rma Livre 1">
            <a:extLst>
              <a:ext uri="{FF2B5EF4-FFF2-40B4-BE49-F238E27FC236}">
                <a16:creationId xmlns:a16="http://schemas.microsoft.com/office/drawing/2014/main" id="{3E6252BA-6328-0B46-D3B0-E56A760165E1}"/>
              </a:ext>
            </a:extLst>
          </p:cNvPr>
          <p:cNvSpPr/>
          <p:nvPr userDrawn="1"/>
        </p:nvSpPr>
        <p:spPr>
          <a:xfrm>
            <a:off x="8902880" y="1"/>
            <a:ext cx="1347616" cy="1694191"/>
          </a:xfrm>
          <a:custGeom>
            <a:avLst/>
            <a:gdLst>
              <a:gd name="connsiteX0" fmla="*/ 0 w 1347616"/>
              <a:gd name="connsiteY0" fmla="*/ 0 h 1694191"/>
              <a:gd name="connsiteX1" fmla="*/ 1347616 w 1347616"/>
              <a:gd name="connsiteY1" fmla="*/ 0 h 1694191"/>
              <a:gd name="connsiteX2" fmla="*/ 1347616 w 1347616"/>
              <a:gd name="connsiteY2" fmla="*/ 1694191 h 1694191"/>
              <a:gd name="connsiteX3" fmla="*/ 459124 w 1347616"/>
              <a:gd name="connsiteY3" fmla="*/ 1311083 h 1694191"/>
              <a:gd name="connsiteX4" fmla="*/ 62700 w 1347616"/>
              <a:gd name="connsiteY4" fmla="*/ 207792 h 169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7616" h="1694191">
                <a:moveTo>
                  <a:pt x="0" y="0"/>
                </a:moveTo>
                <a:lnTo>
                  <a:pt x="1347616" y="0"/>
                </a:lnTo>
                <a:lnTo>
                  <a:pt x="1347616" y="1694191"/>
                </a:lnTo>
                <a:cubicBezTo>
                  <a:pt x="991531" y="1694191"/>
                  <a:pt x="677839" y="1530684"/>
                  <a:pt x="459124" y="1311083"/>
                </a:cubicBezTo>
                <a:cubicBezTo>
                  <a:pt x="138757" y="989985"/>
                  <a:pt x="154505" y="602348"/>
                  <a:pt x="62700" y="207792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dirty="0"/>
          </a:p>
        </p:txBody>
      </p:sp>
      <p:sp>
        <p:nvSpPr>
          <p:cNvPr id="3" name="Forma Livre 2">
            <a:extLst>
              <a:ext uri="{FF2B5EF4-FFF2-40B4-BE49-F238E27FC236}">
                <a16:creationId xmlns:a16="http://schemas.microsoft.com/office/drawing/2014/main" id="{301584A6-1C24-93DF-C426-48F7AF17EC40}"/>
              </a:ext>
            </a:extLst>
          </p:cNvPr>
          <p:cNvSpPr/>
          <p:nvPr userDrawn="1"/>
        </p:nvSpPr>
        <p:spPr>
          <a:xfrm>
            <a:off x="2564979" y="1694193"/>
            <a:ext cx="2564981" cy="5143800"/>
          </a:xfrm>
          <a:custGeom>
            <a:avLst/>
            <a:gdLst>
              <a:gd name="connsiteX0" fmla="*/ 433022 w 1230241"/>
              <a:gd name="connsiteY0" fmla="*/ 1416158 h 2467119"/>
              <a:gd name="connsiteX1" fmla="*/ 804094 w 1230241"/>
              <a:gd name="connsiteY1" fmla="*/ 2283369 h 2467119"/>
              <a:gd name="connsiteX2" fmla="*/ 1230241 w 1230241"/>
              <a:gd name="connsiteY2" fmla="*/ 2467119 h 2467119"/>
              <a:gd name="connsiteX3" fmla="*/ 1230241 w 1230241"/>
              <a:gd name="connsiteY3" fmla="*/ 1233721 h 2467119"/>
              <a:gd name="connsiteX4" fmla="*/ 797220 w 1230241"/>
              <a:gd name="connsiteY4" fmla="*/ 1050965 h 2467119"/>
              <a:gd name="connsiteX5" fmla="*/ 426147 w 1230241"/>
              <a:gd name="connsiteY5" fmla="*/ 183750 h 2467119"/>
              <a:gd name="connsiteX6" fmla="*/ 0 w 1230241"/>
              <a:gd name="connsiteY6" fmla="*/ 0 h 2467119"/>
              <a:gd name="connsiteX7" fmla="*/ 0 w 1230241"/>
              <a:gd name="connsiteY7" fmla="*/ 1233398 h 2467119"/>
              <a:gd name="connsiteX8" fmla="*/ 433022 w 1230241"/>
              <a:gd name="connsiteY8" fmla="*/ 1416158 h 2467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30241" h="2467119">
                <a:moveTo>
                  <a:pt x="433022" y="1416158"/>
                </a:moveTo>
                <a:cubicBezTo>
                  <a:pt x="725089" y="1708843"/>
                  <a:pt x="558242" y="2036956"/>
                  <a:pt x="804094" y="2283369"/>
                </a:cubicBezTo>
                <a:cubicBezTo>
                  <a:pt x="908996" y="2388696"/>
                  <a:pt x="1059452" y="2467119"/>
                  <a:pt x="1230241" y="2467119"/>
                </a:cubicBezTo>
                <a:lnTo>
                  <a:pt x="1230241" y="1233721"/>
                </a:lnTo>
                <a:cubicBezTo>
                  <a:pt x="1085679" y="1233721"/>
                  <a:pt x="937839" y="1192051"/>
                  <a:pt x="797220" y="1050965"/>
                </a:cubicBezTo>
                <a:cubicBezTo>
                  <a:pt x="505152" y="758280"/>
                  <a:pt x="671999" y="430487"/>
                  <a:pt x="426147" y="183750"/>
                </a:cubicBezTo>
                <a:cubicBezTo>
                  <a:pt x="320922" y="78427"/>
                  <a:pt x="166847" y="1313"/>
                  <a:pt x="0" y="0"/>
                </a:cubicBezTo>
                <a:lnTo>
                  <a:pt x="0" y="1233398"/>
                </a:lnTo>
                <a:cubicBezTo>
                  <a:pt x="145874" y="1233398"/>
                  <a:pt x="292402" y="1275068"/>
                  <a:pt x="433022" y="1416158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" name="Forma Livre 3">
            <a:extLst>
              <a:ext uri="{FF2B5EF4-FFF2-40B4-BE49-F238E27FC236}">
                <a16:creationId xmlns:a16="http://schemas.microsoft.com/office/drawing/2014/main" id="{8FBC6B3A-77B1-177E-E909-23D066AF71C0}"/>
              </a:ext>
            </a:extLst>
          </p:cNvPr>
          <p:cNvSpPr/>
          <p:nvPr userDrawn="1"/>
        </p:nvSpPr>
        <p:spPr>
          <a:xfrm flipH="1">
            <a:off x="5129960" y="1"/>
            <a:ext cx="2564982" cy="4266093"/>
          </a:xfrm>
          <a:custGeom>
            <a:avLst/>
            <a:gdLst>
              <a:gd name="connsiteX0" fmla="*/ 1160973 w 2564982"/>
              <a:gd name="connsiteY0" fmla="*/ 0 h 4266093"/>
              <a:gd name="connsiteX1" fmla="*/ 0 w 2564982"/>
              <a:gd name="connsiteY1" fmla="*/ 0 h 4266093"/>
              <a:gd name="connsiteX2" fmla="*/ 0 w 2564982"/>
              <a:gd name="connsiteY2" fmla="*/ 1693855 h 4266093"/>
              <a:gd name="connsiteX3" fmla="*/ 902826 w 2564982"/>
              <a:gd name="connsiteY3" fmla="*/ 2074900 h 4266093"/>
              <a:gd name="connsiteX4" fmla="*/ 1676490 w 2564982"/>
              <a:gd name="connsiteY4" fmla="*/ 3882985 h 4266093"/>
              <a:gd name="connsiteX5" fmla="*/ 2564982 w 2564982"/>
              <a:gd name="connsiteY5" fmla="*/ 4266093 h 4266093"/>
              <a:gd name="connsiteX6" fmla="*/ 2564982 w 2564982"/>
              <a:gd name="connsiteY6" fmla="*/ 1694529 h 4266093"/>
              <a:gd name="connsiteX7" fmla="*/ 1662158 w 2564982"/>
              <a:gd name="connsiteY7" fmla="*/ 1313493 h 4266093"/>
              <a:gd name="connsiteX8" fmla="*/ 1197981 w 2564982"/>
              <a:gd name="connsiteY8" fmla="*/ 142659 h 4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4982" h="4266093">
                <a:moveTo>
                  <a:pt x="1160973" y="0"/>
                </a:moveTo>
                <a:lnTo>
                  <a:pt x="0" y="0"/>
                </a:lnTo>
                <a:lnTo>
                  <a:pt x="0" y="1693855"/>
                </a:lnTo>
                <a:cubicBezTo>
                  <a:pt x="304139" y="1693855"/>
                  <a:pt x="609642" y="1780735"/>
                  <a:pt x="902826" y="2074900"/>
                </a:cubicBezTo>
                <a:cubicBezTo>
                  <a:pt x="1511769" y="2685131"/>
                  <a:pt x="1163903" y="3369228"/>
                  <a:pt x="1676490" y="3882985"/>
                </a:cubicBezTo>
                <a:cubicBezTo>
                  <a:pt x="1895205" y="4102586"/>
                  <a:pt x="2208897" y="4266093"/>
                  <a:pt x="2564982" y="4266093"/>
                </a:cubicBezTo>
                <a:lnTo>
                  <a:pt x="2564982" y="1694529"/>
                </a:lnTo>
                <a:cubicBezTo>
                  <a:pt x="2263579" y="1694529"/>
                  <a:pt x="1955341" y="1607649"/>
                  <a:pt x="1662158" y="1313493"/>
                </a:cubicBezTo>
                <a:cubicBezTo>
                  <a:pt x="1281568" y="932098"/>
                  <a:pt x="1274732" y="522110"/>
                  <a:pt x="1197981" y="142659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dirty="0"/>
          </a:p>
        </p:txBody>
      </p:sp>
      <p:sp>
        <p:nvSpPr>
          <p:cNvPr id="5" name="Forma Livre 4">
            <a:extLst>
              <a:ext uri="{FF2B5EF4-FFF2-40B4-BE49-F238E27FC236}">
                <a16:creationId xmlns:a16="http://schemas.microsoft.com/office/drawing/2014/main" id="{8FFFC954-A244-9FC7-C3C1-8D8FC557424C}"/>
              </a:ext>
            </a:extLst>
          </p:cNvPr>
          <p:cNvSpPr/>
          <p:nvPr userDrawn="1"/>
        </p:nvSpPr>
        <p:spPr>
          <a:xfrm flipH="1">
            <a:off x="-3" y="1"/>
            <a:ext cx="2564982" cy="4266093"/>
          </a:xfrm>
          <a:custGeom>
            <a:avLst/>
            <a:gdLst>
              <a:gd name="connsiteX0" fmla="*/ 1160972 w 2564982"/>
              <a:gd name="connsiteY0" fmla="*/ 0 h 4266093"/>
              <a:gd name="connsiteX1" fmla="*/ 0 w 2564982"/>
              <a:gd name="connsiteY1" fmla="*/ 0 h 4266093"/>
              <a:gd name="connsiteX2" fmla="*/ 0 w 2564982"/>
              <a:gd name="connsiteY2" fmla="*/ 1693855 h 4266093"/>
              <a:gd name="connsiteX3" fmla="*/ 902826 w 2564982"/>
              <a:gd name="connsiteY3" fmla="*/ 2074900 h 4266093"/>
              <a:gd name="connsiteX4" fmla="*/ 1676490 w 2564982"/>
              <a:gd name="connsiteY4" fmla="*/ 3882985 h 4266093"/>
              <a:gd name="connsiteX5" fmla="*/ 2564982 w 2564982"/>
              <a:gd name="connsiteY5" fmla="*/ 4266093 h 4266093"/>
              <a:gd name="connsiteX6" fmla="*/ 2564982 w 2564982"/>
              <a:gd name="connsiteY6" fmla="*/ 1694529 h 4266093"/>
              <a:gd name="connsiteX7" fmla="*/ 1662158 w 2564982"/>
              <a:gd name="connsiteY7" fmla="*/ 1313493 h 4266093"/>
              <a:gd name="connsiteX8" fmla="*/ 1197981 w 2564982"/>
              <a:gd name="connsiteY8" fmla="*/ 142659 h 4266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64982" h="4266093">
                <a:moveTo>
                  <a:pt x="1160972" y="0"/>
                </a:moveTo>
                <a:lnTo>
                  <a:pt x="0" y="0"/>
                </a:lnTo>
                <a:lnTo>
                  <a:pt x="0" y="1693855"/>
                </a:lnTo>
                <a:cubicBezTo>
                  <a:pt x="304139" y="1693855"/>
                  <a:pt x="609641" y="1780735"/>
                  <a:pt x="902826" y="2074900"/>
                </a:cubicBezTo>
                <a:cubicBezTo>
                  <a:pt x="1511769" y="2685131"/>
                  <a:pt x="1163902" y="3369228"/>
                  <a:pt x="1676490" y="3882985"/>
                </a:cubicBezTo>
                <a:cubicBezTo>
                  <a:pt x="1895205" y="4102586"/>
                  <a:pt x="2208897" y="4266093"/>
                  <a:pt x="2564982" y="4266093"/>
                </a:cubicBezTo>
                <a:lnTo>
                  <a:pt x="2564982" y="1694529"/>
                </a:lnTo>
                <a:cubicBezTo>
                  <a:pt x="2263578" y="1694529"/>
                  <a:pt x="1955340" y="1607649"/>
                  <a:pt x="1662158" y="1313493"/>
                </a:cubicBezTo>
                <a:cubicBezTo>
                  <a:pt x="1281567" y="932098"/>
                  <a:pt x="1274731" y="522110"/>
                  <a:pt x="1197981" y="142659"/>
                </a:cubicBezTo>
                <a:close/>
              </a:path>
            </a:pathLst>
          </a:custGeom>
          <a:solidFill>
            <a:srgbClr val="4810D1"/>
          </a:solidFill>
          <a:ln w="35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pt-BR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7F3E384A-0B88-97E1-D593-C1D4E54E5C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50173" y="2493438"/>
            <a:ext cx="6871719" cy="280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5296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4F8FDD64-A688-5056-905A-14EF4EDA58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88784" y="0"/>
            <a:ext cx="7902765" cy="6858000"/>
          </a:xfrm>
          <a:custGeom>
            <a:avLst/>
            <a:gdLst>
              <a:gd name="connsiteX0" fmla="*/ 5269291 w 7902765"/>
              <a:gd name="connsiteY0" fmla="*/ 4224593 h 6858000"/>
              <a:gd name="connsiteX1" fmla="*/ 5269291 w 7902765"/>
              <a:gd name="connsiteY1" fmla="*/ 6857993 h 6858000"/>
              <a:gd name="connsiteX2" fmla="*/ 7790191 w 7902765"/>
              <a:gd name="connsiteY2" fmla="*/ 6857993 h 6858000"/>
              <a:gd name="connsiteX3" fmla="*/ 6990617 w 7902765"/>
              <a:gd name="connsiteY3" fmla="*/ 6470333 h 6858000"/>
              <a:gd name="connsiteX4" fmla="*/ 6196142 w 7902765"/>
              <a:gd name="connsiteY4" fmla="*/ 4615455 h 6858000"/>
              <a:gd name="connsiteX5" fmla="*/ 5269291 w 7902765"/>
              <a:gd name="connsiteY5" fmla="*/ 4224593 h 6858000"/>
              <a:gd name="connsiteX6" fmla="*/ 489 w 7902765"/>
              <a:gd name="connsiteY6" fmla="*/ 1586453 h 6858000"/>
              <a:gd name="connsiteX7" fmla="*/ 912797 w 7902765"/>
              <a:gd name="connsiteY7" fmla="*/ 1979468 h 6858000"/>
              <a:gd name="connsiteX8" fmla="*/ 1707272 w 7902765"/>
              <a:gd name="connsiteY8" fmla="*/ 3834338 h 6858000"/>
              <a:gd name="connsiteX9" fmla="*/ 2634317 w 7902765"/>
              <a:gd name="connsiteY9" fmla="*/ 4225290 h 6858000"/>
              <a:gd name="connsiteX10" fmla="*/ 2634317 w 7902765"/>
              <a:gd name="connsiteY10" fmla="*/ 6857993 h 6858000"/>
              <a:gd name="connsiteX11" fmla="*/ 2763497 w 7902765"/>
              <a:gd name="connsiteY11" fmla="*/ 6857993 h 6858000"/>
              <a:gd name="connsiteX12" fmla="*/ 3562517 w 7902765"/>
              <a:gd name="connsiteY12" fmla="*/ 6472440 h 6858000"/>
              <a:gd name="connsiteX13" fmla="*/ 4356992 w 7902765"/>
              <a:gd name="connsiteY13" fmla="*/ 4617570 h 6858000"/>
              <a:gd name="connsiteX14" fmla="*/ 5269066 w 7902765"/>
              <a:gd name="connsiteY14" fmla="*/ 4224555 h 6858000"/>
              <a:gd name="connsiteX15" fmla="*/ 5269066 w 7902765"/>
              <a:gd name="connsiteY15" fmla="*/ 1586453 h 6858000"/>
              <a:gd name="connsiteX16" fmla="*/ 6181367 w 7902765"/>
              <a:gd name="connsiteY16" fmla="*/ 1979468 h 6858000"/>
              <a:gd name="connsiteX17" fmla="*/ 6975841 w 7902765"/>
              <a:gd name="connsiteY17" fmla="*/ 3834338 h 6858000"/>
              <a:gd name="connsiteX18" fmla="*/ 7786586 w 7902765"/>
              <a:gd name="connsiteY18" fmla="*/ 4220869 h 6858000"/>
              <a:gd name="connsiteX19" fmla="*/ 7902765 w 7902765"/>
              <a:gd name="connsiteY19" fmla="*/ 4225285 h 6858000"/>
              <a:gd name="connsiteX20" fmla="*/ 7902765 w 7902765"/>
              <a:gd name="connsiteY20" fmla="*/ 6858000 h 6858000"/>
              <a:gd name="connsiteX21" fmla="*/ 0 w 7902765"/>
              <a:gd name="connsiteY21" fmla="*/ 6858000 h 6858000"/>
              <a:gd name="connsiteX22" fmla="*/ 0 w 7902765"/>
              <a:gd name="connsiteY22" fmla="*/ 6857993 h 6858000"/>
              <a:gd name="connsiteX23" fmla="*/ 2521606 w 7902765"/>
              <a:gd name="connsiteY23" fmla="*/ 6857993 h 6858000"/>
              <a:gd name="connsiteX24" fmla="*/ 1722009 w 7902765"/>
              <a:gd name="connsiteY24" fmla="*/ 6470333 h 6858000"/>
              <a:gd name="connsiteX25" fmla="*/ 927534 w 7902765"/>
              <a:gd name="connsiteY25" fmla="*/ 4615455 h 6858000"/>
              <a:gd name="connsiteX26" fmla="*/ 489 w 7902765"/>
              <a:gd name="connsiteY26" fmla="*/ 4224593 h 6858000"/>
              <a:gd name="connsiteX27" fmla="*/ 4037791 w 7902765"/>
              <a:gd name="connsiteY27" fmla="*/ 0 h 6858000"/>
              <a:gd name="connsiteX28" fmla="*/ 5268916 w 7902765"/>
              <a:gd name="connsiteY28" fmla="*/ 0 h 6858000"/>
              <a:gd name="connsiteX29" fmla="*/ 5268916 w 7902765"/>
              <a:gd name="connsiteY29" fmla="*/ 1586288 h 6858000"/>
              <a:gd name="connsiteX30" fmla="*/ 4341916 w 7902765"/>
              <a:gd name="connsiteY30" fmla="*/ 1977143 h 6858000"/>
              <a:gd name="connsiteX31" fmla="*/ 3547442 w 7902765"/>
              <a:gd name="connsiteY31" fmla="*/ 3832020 h 6858000"/>
              <a:gd name="connsiteX32" fmla="*/ 2635112 w 7902765"/>
              <a:gd name="connsiteY32" fmla="*/ 4225035 h 6858000"/>
              <a:gd name="connsiteX33" fmla="*/ 2635112 w 7902765"/>
              <a:gd name="connsiteY33" fmla="*/ 1586970 h 6858000"/>
              <a:gd name="connsiteX34" fmla="*/ 3562142 w 7902765"/>
              <a:gd name="connsiteY34" fmla="*/ 1196025 h 6858000"/>
              <a:gd name="connsiteX35" fmla="*/ 4037791 w 7902765"/>
              <a:gd name="connsiteY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7902765" h="6858000">
                <a:moveTo>
                  <a:pt x="5269291" y="4224593"/>
                </a:moveTo>
                <a:lnTo>
                  <a:pt x="5269291" y="6857993"/>
                </a:lnTo>
                <a:lnTo>
                  <a:pt x="7790191" y="6857993"/>
                </a:lnTo>
                <a:cubicBezTo>
                  <a:pt x="7471291" y="6827775"/>
                  <a:pt x="7191841" y="6672150"/>
                  <a:pt x="6990617" y="6470333"/>
                </a:cubicBezTo>
                <a:cubicBezTo>
                  <a:pt x="6464267" y="5943285"/>
                  <a:pt x="6821416" y="5241510"/>
                  <a:pt x="6196142" y="4615455"/>
                </a:cubicBezTo>
                <a:cubicBezTo>
                  <a:pt x="5895091" y="4313753"/>
                  <a:pt x="5581517" y="4224638"/>
                  <a:pt x="5269291" y="4224593"/>
                </a:cubicBezTo>
                <a:close/>
                <a:moveTo>
                  <a:pt x="489" y="1586453"/>
                </a:moveTo>
                <a:cubicBezTo>
                  <a:pt x="357714" y="1589288"/>
                  <a:pt x="687512" y="1754198"/>
                  <a:pt x="912797" y="1979468"/>
                </a:cubicBezTo>
                <a:cubicBezTo>
                  <a:pt x="1439214" y="2507280"/>
                  <a:pt x="1081997" y="3208373"/>
                  <a:pt x="1707272" y="3834338"/>
                </a:cubicBezTo>
                <a:cubicBezTo>
                  <a:pt x="2008352" y="4136115"/>
                  <a:pt x="2324867" y="4225290"/>
                  <a:pt x="2634317" y="4225290"/>
                </a:cubicBezTo>
                <a:lnTo>
                  <a:pt x="2634317" y="6857993"/>
                </a:lnTo>
                <a:lnTo>
                  <a:pt x="2763497" y="6857993"/>
                </a:lnTo>
                <a:cubicBezTo>
                  <a:pt x="3031689" y="6834825"/>
                  <a:pt x="3302867" y="6732713"/>
                  <a:pt x="3562517" y="6472440"/>
                </a:cubicBezTo>
                <a:cubicBezTo>
                  <a:pt x="4187791" y="5846475"/>
                  <a:pt x="3830567" y="5145383"/>
                  <a:pt x="4356992" y="4617570"/>
                </a:cubicBezTo>
                <a:cubicBezTo>
                  <a:pt x="4582216" y="4392345"/>
                  <a:pt x="4911916" y="4227465"/>
                  <a:pt x="5269066" y="4224555"/>
                </a:cubicBezTo>
                <a:lnTo>
                  <a:pt x="5269066" y="1586453"/>
                </a:lnTo>
                <a:cubicBezTo>
                  <a:pt x="5626291" y="1589288"/>
                  <a:pt x="5956066" y="1754198"/>
                  <a:pt x="6181367" y="1979468"/>
                </a:cubicBezTo>
                <a:cubicBezTo>
                  <a:pt x="6707791" y="2507280"/>
                  <a:pt x="6350566" y="3208373"/>
                  <a:pt x="6975841" y="3834338"/>
                </a:cubicBezTo>
                <a:cubicBezTo>
                  <a:pt x="7239325" y="4098393"/>
                  <a:pt x="7514581" y="4199675"/>
                  <a:pt x="7786586" y="4220869"/>
                </a:cubicBezTo>
                <a:lnTo>
                  <a:pt x="7902765" y="4225285"/>
                </a:lnTo>
                <a:lnTo>
                  <a:pt x="7902765" y="6858000"/>
                </a:lnTo>
                <a:lnTo>
                  <a:pt x="0" y="6858000"/>
                </a:lnTo>
                <a:lnTo>
                  <a:pt x="0" y="6857993"/>
                </a:lnTo>
                <a:lnTo>
                  <a:pt x="2521606" y="6857993"/>
                </a:lnTo>
                <a:cubicBezTo>
                  <a:pt x="2202714" y="6827775"/>
                  <a:pt x="1923212" y="6672150"/>
                  <a:pt x="1722009" y="6470333"/>
                </a:cubicBezTo>
                <a:cubicBezTo>
                  <a:pt x="1195668" y="5943285"/>
                  <a:pt x="1552809" y="5241510"/>
                  <a:pt x="927534" y="4615455"/>
                </a:cubicBezTo>
                <a:cubicBezTo>
                  <a:pt x="626454" y="4313685"/>
                  <a:pt x="312782" y="4224593"/>
                  <a:pt x="489" y="4224593"/>
                </a:cubicBezTo>
                <a:close/>
                <a:moveTo>
                  <a:pt x="4037791" y="0"/>
                </a:moveTo>
                <a:lnTo>
                  <a:pt x="5268916" y="0"/>
                </a:lnTo>
                <a:lnTo>
                  <a:pt x="5268916" y="1586288"/>
                </a:lnTo>
                <a:cubicBezTo>
                  <a:pt x="4956617" y="1586288"/>
                  <a:pt x="4642966" y="1675380"/>
                  <a:pt x="4341916" y="1977143"/>
                </a:cubicBezTo>
                <a:cubicBezTo>
                  <a:pt x="3716642" y="2603198"/>
                  <a:pt x="4073791" y="3304973"/>
                  <a:pt x="3547442" y="3832020"/>
                </a:cubicBezTo>
                <a:cubicBezTo>
                  <a:pt x="3322817" y="4057290"/>
                  <a:pt x="3000699" y="4225035"/>
                  <a:pt x="2635112" y="4225035"/>
                </a:cubicBezTo>
                <a:lnTo>
                  <a:pt x="2635112" y="1586970"/>
                </a:lnTo>
                <a:cubicBezTo>
                  <a:pt x="2944554" y="1586970"/>
                  <a:pt x="3261092" y="1497803"/>
                  <a:pt x="3562142" y="1196025"/>
                </a:cubicBezTo>
                <a:cubicBezTo>
                  <a:pt x="3951242" y="806490"/>
                  <a:pt x="3959942" y="387863"/>
                  <a:pt x="403779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pt-BR" dirty="0"/>
          </a:p>
        </p:txBody>
      </p:sp>
      <p:sp>
        <p:nvSpPr>
          <p:cNvPr id="11" name="Forma Livre 10">
            <a:extLst>
              <a:ext uri="{FF2B5EF4-FFF2-40B4-BE49-F238E27FC236}">
                <a16:creationId xmlns:a16="http://schemas.microsoft.com/office/drawing/2014/main" id="{A8444D59-C4F0-D44A-8EE1-A9AC015F1AF3}"/>
              </a:ext>
            </a:extLst>
          </p:cNvPr>
          <p:cNvSpPr/>
          <p:nvPr/>
        </p:nvSpPr>
        <p:spPr>
          <a:xfrm>
            <a:off x="10856849" y="457"/>
            <a:ext cx="1334700" cy="1586467"/>
          </a:xfrm>
          <a:custGeom>
            <a:avLst/>
            <a:gdLst>
              <a:gd name="connsiteX0" fmla="*/ 0 w 1334700"/>
              <a:gd name="connsiteY0" fmla="*/ 0 h 1586467"/>
              <a:gd name="connsiteX1" fmla="*/ 422400 w 1334700"/>
              <a:gd name="connsiteY1" fmla="*/ 1193453 h 1586467"/>
              <a:gd name="connsiteX2" fmla="*/ 1334701 w 1334700"/>
              <a:gd name="connsiteY2" fmla="*/ 1586467 h 1586467"/>
              <a:gd name="connsiteX3" fmla="*/ 1334701 w 1334700"/>
              <a:gd name="connsiteY3" fmla="*/ 0 h 1586467"/>
              <a:gd name="connsiteX4" fmla="*/ 0 w 1334700"/>
              <a:gd name="connsiteY4" fmla="*/ 0 h 1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4700" h="1586467">
                <a:moveTo>
                  <a:pt x="0" y="0"/>
                </a:moveTo>
                <a:cubicBezTo>
                  <a:pt x="112050" y="425888"/>
                  <a:pt x="76725" y="847343"/>
                  <a:pt x="422400" y="1193453"/>
                </a:cubicBezTo>
                <a:cubicBezTo>
                  <a:pt x="646950" y="1418723"/>
                  <a:pt x="969075" y="1586467"/>
                  <a:pt x="1334701" y="1586467"/>
                </a:cubicBezTo>
                <a:lnTo>
                  <a:pt x="1334701" y="0"/>
                </a:lnTo>
                <a:lnTo>
                  <a:pt x="0" y="0"/>
                </a:lnTo>
                <a:close/>
              </a:path>
            </a:pathLst>
          </a:custGeom>
          <a:solidFill>
            <a:srgbClr val="4810D1"/>
          </a:solidFill>
          <a:ln w="7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2" name="Forma Livre 11">
            <a:extLst>
              <a:ext uri="{FF2B5EF4-FFF2-40B4-BE49-F238E27FC236}">
                <a16:creationId xmlns:a16="http://schemas.microsoft.com/office/drawing/2014/main" id="{6AB2B586-C823-62A7-8364-C55FB0A21B1D}"/>
              </a:ext>
            </a:extLst>
          </p:cNvPr>
          <p:cNvSpPr/>
          <p:nvPr/>
        </p:nvSpPr>
        <p:spPr>
          <a:xfrm>
            <a:off x="1781632" y="4224555"/>
            <a:ext cx="2507152" cy="2633549"/>
          </a:xfrm>
          <a:custGeom>
            <a:avLst/>
            <a:gdLst>
              <a:gd name="connsiteX0" fmla="*/ 0 w 2507152"/>
              <a:gd name="connsiteY0" fmla="*/ 2633550 h 2633549"/>
              <a:gd name="connsiteX1" fmla="*/ 800370 w 2507152"/>
              <a:gd name="connsiteY1" fmla="*/ 2247885 h 2633549"/>
              <a:gd name="connsiteX2" fmla="*/ 1594853 w 2507152"/>
              <a:gd name="connsiteY2" fmla="*/ 393015 h 2633549"/>
              <a:gd name="connsiteX3" fmla="*/ 2507153 w 2507152"/>
              <a:gd name="connsiteY3" fmla="*/ 0 h 2633549"/>
              <a:gd name="connsiteX4" fmla="*/ 2507153 w 2507152"/>
              <a:gd name="connsiteY4" fmla="*/ 2633550 h 2633549"/>
              <a:gd name="connsiteX5" fmla="*/ 0 w 2507152"/>
              <a:gd name="connsiteY5" fmla="*/ 2633550 h 2633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07152" h="2633549">
                <a:moveTo>
                  <a:pt x="0" y="2633550"/>
                </a:moveTo>
                <a:cubicBezTo>
                  <a:pt x="268635" y="2610607"/>
                  <a:pt x="540263" y="2508593"/>
                  <a:pt x="800370" y="2247885"/>
                </a:cubicBezTo>
                <a:cubicBezTo>
                  <a:pt x="1425645" y="1621920"/>
                  <a:pt x="1068420" y="920827"/>
                  <a:pt x="1594853" y="393015"/>
                </a:cubicBezTo>
                <a:cubicBezTo>
                  <a:pt x="1820122" y="167745"/>
                  <a:pt x="2149935" y="2842"/>
                  <a:pt x="2507153" y="0"/>
                </a:cubicBezTo>
                <a:lnTo>
                  <a:pt x="2507153" y="2633550"/>
                </a:lnTo>
                <a:lnTo>
                  <a:pt x="0" y="2633550"/>
                </a:lnTo>
                <a:close/>
              </a:path>
            </a:pathLst>
          </a:custGeom>
          <a:solidFill>
            <a:srgbClr val="4810D1"/>
          </a:solidFill>
          <a:ln w="7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3" name="Forma Livre 12">
            <a:extLst>
              <a:ext uri="{FF2B5EF4-FFF2-40B4-BE49-F238E27FC236}">
                <a16:creationId xmlns:a16="http://schemas.microsoft.com/office/drawing/2014/main" id="{4F69C8B7-B4B8-3AB3-1C81-89EB7E6FBE54}"/>
              </a:ext>
            </a:extLst>
          </p:cNvPr>
          <p:cNvSpPr/>
          <p:nvPr/>
        </p:nvSpPr>
        <p:spPr>
          <a:xfrm>
            <a:off x="5588174" y="457"/>
            <a:ext cx="1334670" cy="1586467"/>
          </a:xfrm>
          <a:custGeom>
            <a:avLst/>
            <a:gdLst>
              <a:gd name="connsiteX0" fmla="*/ 0 w 1334670"/>
              <a:gd name="connsiteY0" fmla="*/ 0 h 1586467"/>
              <a:gd name="connsiteX1" fmla="*/ 422362 w 1334670"/>
              <a:gd name="connsiteY1" fmla="*/ 1193453 h 1586467"/>
              <a:gd name="connsiteX2" fmla="*/ 1334670 w 1334670"/>
              <a:gd name="connsiteY2" fmla="*/ 1586467 h 1586467"/>
              <a:gd name="connsiteX3" fmla="*/ 1334670 w 1334670"/>
              <a:gd name="connsiteY3" fmla="*/ 0 h 1586467"/>
              <a:gd name="connsiteX4" fmla="*/ 0 w 1334670"/>
              <a:gd name="connsiteY4" fmla="*/ 0 h 158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4670" h="1586467">
                <a:moveTo>
                  <a:pt x="0" y="0"/>
                </a:moveTo>
                <a:cubicBezTo>
                  <a:pt x="112065" y="425888"/>
                  <a:pt x="76718" y="847343"/>
                  <a:pt x="422362" y="1193453"/>
                </a:cubicBezTo>
                <a:cubicBezTo>
                  <a:pt x="646950" y="1418723"/>
                  <a:pt x="969082" y="1586467"/>
                  <a:pt x="1334670" y="1586467"/>
                </a:cubicBezTo>
                <a:lnTo>
                  <a:pt x="1334670" y="0"/>
                </a:lnTo>
                <a:lnTo>
                  <a:pt x="0" y="0"/>
                </a:lnTo>
                <a:close/>
              </a:path>
            </a:pathLst>
          </a:custGeom>
          <a:solidFill>
            <a:srgbClr val="4810D1"/>
          </a:solidFill>
          <a:ln w="75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CD10436A-062D-AA94-3016-BE6989FEAE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500" y="5000535"/>
            <a:ext cx="5298754" cy="553779"/>
          </a:xfrm>
        </p:spPr>
        <p:txBody>
          <a:bodyPr>
            <a:no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 marL="0" lvl="0">
              <a:lnSpc>
                <a:spcPts val="4220"/>
              </a:lnSpc>
            </a:pPr>
            <a:r>
              <a:rPr lang="pt-BR" dirty="0"/>
              <a:t>Texto do</a:t>
            </a:r>
            <a:br>
              <a:rPr lang="pt-BR" dirty="0"/>
            </a:br>
            <a:r>
              <a:rPr lang="pt-BR" dirty="0"/>
              <a:t>Slide Final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199685E0-16F9-A4F0-C156-E113E69ABE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840" y="187219"/>
            <a:ext cx="3331232" cy="132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87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383F820-351A-2360-64FA-34087A0A25A7}"/>
              </a:ext>
            </a:extLst>
          </p:cNvPr>
          <p:cNvSpPr txBox="1"/>
          <p:nvPr/>
        </p:nvSpPr>
        <p:spPr>
          <a:xfrm>
            <a:off x="6184900" y="2832100"/>
            <a:ext cx="5778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BC98AC-5622-9641-8D12-9547017CEFFB}"/>
              </a:ext>
            </a:extLst>
          </p:cNvPr>
          <p:cNvSpPr txBox="1"/>
          <p:nvPr/>
        </p:nvSpPr>
        <p:spPr>
          <a:xfrm>
            <a:off x="6184900" y="3588184"/>
            <a:ext cx="57785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Subtítulo</a:t>
            </a:r>
          </a:p>
        </p:txBody>
      </p:sp>
      <p:sp>
        <p:nvSpPr>
          <p:cNvPr id="3" name="CaixaDeTexto 8">
            <a:extLst>
              <a:ext uri="{FF2B5EF4-FFF2-40B4-BE49-F238E27FC236}">
                <a16:creationId xmlns:a16="http://schemas.microsoft.com/office/drawing/2014/main" id="{674B2337-551A-0B58-FDFF-F33633F18DDA}"/>
              </a:ext>
            </a:extLst>
          </p:cNvPr>
          <p:cNvSpPr txBox="1"/>
          <p:nvPr userDrawn="1"/>
        </p:nvSpPr>
        <p:spPr>
          <a:xfrm>
            <a:off x="6184900" y="2832100"/>
            <a:ext cx="5778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4" name="CaixaDeTexto 9">
            <a:extLst>
              <a:ext uri="{FF2B5EF4-FFF2-40B4-BE49-F238E27FC236}">
                <a16:creationId xmlns:a16="http://schemas.microsoft.com/office/drawing/2014/main" id="{73EEFAAB-B24D-B032-2647-78FFDCD65552}"/>
              </a:ext>
            </a:extLst>
          </p:cNvPr>
          <p:cNvSpPr txBox="1"/>
          <p:nvPr userDrawn="1"/>
        </p:nvSpPr>
        <p:spPr>
          <a:xfrm>
            <a:off x="6184900" y="3588184"/>
            <a:ext cx="57785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5868489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co +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383F820-351A-2360-64FA-34087A0A25A7}"/>
              </a:ext>
            </a:extLst>
          </p:cNvPr>
          <p:cNvSpPr txBox="1"/>
          <p:nvPr/>
        </p:nvSpPr>
        <p:spPr>
          <a:xfrm>
            <a:off x="6184900" y="2832100"/>
            <a:ext cx="5778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BC98AC-5622-9641-8D12-9547017CEFFB}"/>
              </a:ext>
            </a:extLst>
          </p:cNvPr>
          <p:cNvSpPr txBox="1"/>
          <p:nvPr/>
        </p:nvSpPr>
        <p:spPr>
          <a:xfrm>
            <a:off x="6184900" y="3588184"/>
            <a:ext cx="57785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Subtítulo</a:t>
            </a:r>
          </a:p>
        </p:txBody>
      </p:sp>
      <p:sp>
        <p:nvSpPr>
          <p:cNvPr id="3" name="CaixaDeTexto 8">
            <a:extLst>
              <a:ext uri="{FF2B5EF4-FFF2-40B4-BE49-F238E27FC236}">
                <a16:creationId xmlns:a16="http://schemas.microsoft.com/office/drawing/2014/main" id="{674B2337-551A-0B58-FDFF-F33633F18DDA}"/>
              </a:ext>
            </a:extLst>
          </p:cNvPr>
          <p:cNvSpPr txBox="1"/>
          <p:nvPr userDrawn="1"/>
        </p:nvSpPr>
        <p:spPr>
          <a:xfrm>
            <a:off x="6184900" y="2832100"/>
            <a:ext cx="5778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4" name="CaixaDeTexto 9">
            <a:extLst>
              <a:ext uri="{FF2B5EF4-FFF2-40B4-BE49-F238E27FC236}">
                <a16:creationId xmlns:a16="http://schemas.microsoft.com/office/drawing/2014/main" id="{73EEFAAB-B24D-B032-2647-78FFDCD65552}"/>
              </a:ext>
            </a:extLst>
          </p:cNvPr>
          <p:cNvSpPr txBox="1"/>
          <p:nvPr userDrawn="1"/>
        </p:nvSpPr>
        <p:spPr>
          <a:xfrm>
            <a:off x="6184900" y="3588184"/>
            <a:ext cx="57785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5973222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 + Logo +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1383F820-351A-2360-64FA-34087A0A25A7}"/>
              </a:ext>
            </a:extLst>
          </p:cNvPr>
          <p:cNvSpPr txBox="1"/>
          <p:nvPr/>
        </p:nvSpPr>
        <p:spPr>
          <a:xfrm>
            <a:off x="6184900" y="2832100"/>
            <a:ext cx="5778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BC98AC-5622-9641-8D12-9547017CEFFB}"/>
              </a:ext>
            </a:extLst>
          </p:cNvPr>
          <p:cNvSpPr txBox="1"/>
          <p:nvPr/>
        </p:nvSpPr>
        <p:spPr>
          <a:xfrm>
            <a:off x="6184900" y="3588184"/>
            <a:ext cx="57785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Subtítulo</a:t>
            </a:r>
          </a:p>
        </p:txBody>
      </p:sp>
      <p:sp>
        <p:nvSpPr>
          <p:cNvPr id="3" name="CaixaDeTexto 8">
            <a:extLst>
              <a:ext uri="{FF2B5EF4-FFF2-40B4-BE49-F238E27FC236}">
                <a16:creationId xmlns:a16="http://schemas.microsoft.com/office/drawing/2014/main" id="{674B2337-551A-0B58-FDFF-F33633F18DDA}"/>
              </a:ext>
            </a:extLst>
          </p:cNvPr>
          <p:cNvSpPr txBox="1"/>
          <p:nvPr userDrawn="1"/>
        </p:nvSpPr>
        <p:spPr>
          <a:xfrm>
            <a:off x="6184900" y="2832100"/>
            <a:ext cx="577850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</a:rPr>
              <a:t>Título</a:t>
            </a:r>
          </a:p>
        </p:txBody>
      </p:sp>
      <p:sp>
        <p:nvSpPr>
          <p:cNvPr id="4" name="CaixaDeTexto 9">
            <a:extLst>
              <a:ext uri="{FF2B5EF4-FFF2-40B4-BE49-F238E27FC236}">
                <a16:creationId xmlns:a16="http://schemas.microsoft.com/office/drawing/2014/main" id="{73EEFAAB-B24D-B032-2647-78FFDCD65552}"/>
              </a:ext>
            </a:extLst>
          </p:cNvPr>
          <p:cNvSpPr txBox="1"/>
          <p:nvPr userDrawn="1"/>
        </p:nvSpPr>
        <p:spPr>
          <a:xfrm>
            <a:off x="6184900" y="3588184"/>
            <a:ext cx="57785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</a:rPr>
              <a:t>Subtítulo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998AAD1-891C-8596-4BEA-E0684DAA8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C96E6C8D-D19F-DCFF-8633-7DBBE58CC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6329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67557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n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552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il +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D659C5AE-9F47-C62F-65F8-C6BF8574F93C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52801217-74DD-513A-7512-84C21C8798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B73E2A0F-A665-A227-C539-0FD223E90D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5359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l + Logo +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8AAD1-891C-8596-4BEA-E0684DAA83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5" name="Espaço Reservado para Texto 7">
            <a:extLst>
              <a:ext uri="{FF2B5EF4-FFF2-40B4-BE49-F238E27FC236}">
                <a16:creationId xmlns:a16="http://schemas.microsoft.com/office/drawing/2014/main" id="{C96E6C8D-D19F-DCFF-8633-7DBBE58CC1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4500" y="974724"/>
            <a:ext cx="11303000" cy="36806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pt-BR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54307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re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15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to +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>
            <a:extLst>
              <a:ext uri="{FF2B5EF4-FFF2-40B4-BE49-F238E27FC236}">
                <a16:creationId xmlns:a16="http://schemas.microsoft.com/office/drawing/2014/main" id="{35E00A47-E084-079C-D20C-325B22D99BC6}"/>
              </a:ext>
            </a:extLst>
          </p:cNvPr>
          <p:cNvGrpSpPr/>
          <p:nvPr userDrawn="1"/>
        </p:nvGrpSpPr>
        <p:grpSpPr>
          <a:xfrm>
            <a:off x="147610" y="6316668"/>
            <a:ext cx="11599890" cy="600672"/>
            <a:chOff x="147610" y="6316668"/>
            <a:chExt cx="11599890" cy="600672"/>
          </a:xfrm>
        </p:grpSpPr>
        <p:cxnSp>
          <p:nvCxnSpPr>
            <p:cNvPr id="2" name="Conector Reto 1">
              <a:extLst>
                <a:ext uri="{FF2B5EF4-FFF2-40B4-BE49-F238E27FC236}">
                  <a16:creationId xmlns:a16="http://schemas.microsoft.com/office/drawing/2014/main" id="{EF7C96CB-13A3-D04D-73B9-38A6BAD5586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44500" y="6413500"/>
              <a:ext cx="11303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69D7A722-FBEA-C319-13AF-F34C7BFD58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610" y="6316668"/>
              <a:ext cx="1681190" cy="6006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9413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il + Foto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7000" y="0"/>
            <a:ext cx="6984999" cy="6858000"/>
          </a:xfrm>
          <a:solidFill>
            <a:schemeClr val="bg1">
              <a:lumMod val="75000"/>
              <a:lumOff val="25000"/>
            </a:schemeClr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07343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il + Foto men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2" y="0"/>
            <a:ext cx="4625008" cy="6858000"/>
          </a:xfr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91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nil + Foto men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17000" y="0"/>
            <a:ext cx="3175000" cy="6858000"/>
          </a:xfr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24881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381500"/>
          </a:xfrm>
          <a:solidFill>
            <a:schemeClr val="bg1">
              <a:lumMod val="75000"/>
              <a:lumOff val="25000"/>
            </a:scheme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F3328-D641-5F49-2F3B-D10FE382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91100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m Fun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solidFill>
            <a:schemeClr val="bg1">
              <a:lumMod val="75000"/>
              <a:lumOff val="25000"/>
            </a:scheme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F3328-D641-5F49-2F3B-D10FE382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176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m Inf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365500"/>
            <a:ext cx="12191999" cy="3492500"/>
          </a:xfrm>
          <a:solidFill>
            <a:schemeClr val="bg1">
              <a:lumMod val="75000"/>
              <a:lumOff val="25000"/>
            </a:scheme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F3328-D641-5F49-2F3B-D10FE382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03883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Centraliza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49500" y="0"/>
            <a:ext cx="9842500" cy="6858000"/>
          </a:xfrm>
          <a:solidFill>
            <a:schemeClr val="bg1">
              <a:lumMod val="75000"/>
              <a:lumOff val="25000"/>
            </a:schemeClr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7F3328-D641-5F49-2F3B-D10FE382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6311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+ An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159500" cy="6858000"/>
          </a:xfrm>
          <a:solidFill>
            <a:schemeClr val="bg1">
              <a:lumMod val="75000"/>
              <a:lumOff val="25000"/>
            </a:schemeClr>
          </a:solidFill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7DBA8-E870-5B52-FCC2-CD9AAC3E878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7953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to menor + An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Imagem 7">
            <a:extLst>
              <a:ext uri="{FF2B5EF4-FFF2-40B4-BE49-F238E27FC236}">
                <a16:creationId xmlns:a16="http://schemas.microsoft.com/office/drawing/2014/main" id="{3FE88CFE-5501-15ED-CB67-4580759DDD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175000" cy="6858000"/>
          </a:xfrm>
          <a:solidFill>
            <a:schemeClr val="bg1">
              <a:lumMod val="75000"/>
              <a:lumOff val="25000"/>
            </a:schemeClr>
          </a:solidFill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07618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otiv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D7FF3FE6-92C3-F79A-67D6-7A6EED8EB498}"/>
              </a:ext>
            </a:extLst>
          </p:cNvPr>
          <p:cNvSpPr>
            <a:spLocks/>
          </p:cNvSpPr>
          <p:nvPr userDrawn="1"/>
        </p:nvSpPr>
        <p:spPr>
          <a:xfrm>
            <a:off x="-128337" y="-96253"/>
            <a:ext cx="12384505" cy="7026442"/>
          </a:xfrm>
          <a:prstGeom prst="rect">
            <a:avLst/>
          </a:prstGeom>
          <a:solidFill>
            <a:srgbClr val="008799"/>
          </a:solidFill>
          <a:ln w="74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E3ED968-DC62-261B-689D-7723A51D07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67000" y="100263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71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TIVA BRANCO + TEM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745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ANCO_CLEA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6379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OXO_ESCURO_CLEA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341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nil + Logo +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937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apa 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aixaDeTexto 30">
            <a:extLst>
              <a:ext uri="{FF2B5EF4-FFF2-40B4-BE49-F238E27FC236}">
                <a16:creationId xmlns:a16="http://schemas.microsoft.com/office/drawing/2014/main" id="{61FA8AA6-B734-8686-07F8-F928BA96A6CC}"/>
              </a:ext>
            </a:extLst>
          </p:cNvPr>
          <p:cNvSpPr txBox="1"/>
          <p:nvPr userDrawn="1"/>
        </p:nvSpPr>
        <p:spPr>
          <a:xfrm>
            <a:off x="15572510" y="-138545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endParaRPr lang="pt-BR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729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m 41">
            <a:extLst>
              <a:ext uri="{FF2B5EF4-FFF2-40B4-BE49-F238E27FC236}">
                <a16:creationId xmlns:a16="http://schemas.microsoft.com/office/drawing/2014/main" id="{EDC7AFF8-4CC6-E873-6029-8E07826CF473}"/>
              </a:ext>
            </a:extLst>
          </p:cNvPr>
          <p:cNvPicPr>
            <a:picLocks noChangeAspect="1"/>
          </p:cNvPicPr>
          <p:nvPr userDrawn="1"/>
        </p:nvPicPr>
        <p:blipFill>
          <a:blip r:embed="rId91"/>
          <a:srcRect t="33358" b="28837"/>
          <a:stretch>
            <a:fillRect/>
          </a:stretch>
        </p:blipFill>
        <p:spPr>
          <a:xfrm>
            <a:off x="224851" y="6413500"/>
            <a:ext cx="1031373" cy="38991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 noChangeAspect="1"/>
          </p:cNvSpPr>
          <p:nvPr>
            <p:ph type="title"/>
          </p:nvPr>
        </p:nvSpPr>
        <p:spPr>
          <a:xfrm>
            <a:off x="444500" y="444500"/>
            <a:ext cx="11303000" cy="55377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4500" y="1460500"/>
            <a:ext cx="11303000" cy="4766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DA9E80C7-D48C-55BA-D63F-B9C3C56C03C9}"/>
              </a:ext>
            </a:extLst>
          </p:cNvPr>
          <p:cNvCxnSpPr>
            <a:cxnSpLocks/>
          </p:cNvCxnSpPr>
          <p:nvPr userDrawn="1"/>
        </p:nvCxnSpPr>
        <p:spPr>
          <a:xfrm>
            <a:off x="318977" y="6381416"/>
            <a:ext cx="11428523" cy="0"/>
          </a:xfrm>
          <a:prstGeom prst="line">
            <a:avLst/>
          </a:prstGeom>
          <a:ln w="12700">
            <a:solidFill>
              <a:srgbClr val="0087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Número de Slide 5">
            <a:extLst>
              <a:ext uri="{FF2B5EF4-FFF2-40B4-BE49-F238E27FC236}">
                <a16:creationId xmlns:a16="http://schemas.microsoft.com/office/drawing/2014/main" id="{18B55E8B-0637-906B-EF35-0A5AE7A86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900" y="6413500"/>
            <a:ext cx="609600" cy="322621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8CC8DCA3-8B40-194C-BB18-5937E48A705C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4554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6" r:id="rId3"/>
    <p:sldLayoutId id="2147483714" r:id="rId4"/>
    <p:sldLayoutId id="2147483719" r:id="rId5"/>
    <p:sldLayoutId id="2147483720" r:id="rId6"/>
    <p:sldLayoutId id="2147483702" r:id="rId7"/>
    <p:sldLayoutId id="2147483704" r:id="rId8"/>
    <p:sldLayoutId id="2147483711" r:id="rId9"/>
    <p:sldLayoutId id="2147483708" r:id="rId10"/>
    <p:sldLayoutId id="2147483717" r:id="rId11"/>
    <p:sldLayoutId id="2147483785" r:id="rId12"/>
    <p:sldLayoutId id="2147483721" r:id="rId13"/>
    <p:sldLayoutId id="2147483722" r:id="rId14"/>
    <p:sldLayoutId id="2147483786" r:id="rId15"/>
    <p:sldLayoutId id="2147483723" r:id="rId16"/>
    <p:sldLayoutId id="2147483725" r:id="rId17"/>
    <p:sldLayoutId id="2147483787" r:id="rId18"/>
    <p:sldLayoutId id="2147483729" r:id="rId19"/>
    <p:sldLayoutId id="2147483730" r:id="rId20"/>
    <p:sldLayoutId id="2147483731" r:id="rId21"/>
    <p:sldLayoutId id="2147483732" r:id="rId22"/>
    <p:sldLayoutId id="2147483733" r:id="rId23"/>
    <p:sldLayoutId id="2147483734" r:id="rId24"/>
    <p:sldLayoutId id="2147483735" r:id="rId25"/>
    <p:sldLayoutId id="2147483736" r:id="rId26"/>
    <p:sldLayoutId id="2147483737" r:id="rId27"/>
    <p:sldLayoutId id="2147483788" r:id="rId28"/>
    <p:sldLayoutId id="2147483789" r:id="rId29"/>
    <p:sldLayoutId id="2147483790" r:id="rId30"/>
    <p:sldLayoutId id="2147483741" r:id="rId31"/>
    <p:sldLayoutId id="2147483791" r:id="rId32"/>
    <p:sldLayoutId id="2147483743" r:id="rId33"/>
    <p:sldLayoutId id="2147483792" r:id="rId34"/>
    <p:sldLayoutId id="2147483745" r:id="rId35"/>
    <p:sldLayoutId id="2147483793" r:id="rId36"/>
    <p:sldLayoutId id="2147483747" r:id="rId37"/>
    <p:sldLayoutId id="2147483794" r:id="rId38"/>
    <p:sldLayoutId id="2147483749" r:id="rId39"/>
    <p:sldLayoutId id="2147483795" r:id="rId40"/>
    <p:sldLayoutId id="2147483751" r:id="rId41"/>
    <p:sldLayoutId id="2147483796" r:id="rId42"/>
    <p:sldLayoutId id="2147483753" r:id="rId43"/>
    <p:sldLayoutId id="2147483797" r:id="rId44"/>
    <p:sldLayoutId id="2147483755" r:id="rId45"/>
    <p:sldLayoutId id="2147483798" r:id="rId46"/>
    <p:sldLayoutId id="2147483757" r:id="rId47"/>
    <p:sldLayoutId id="2147483799" r:id="rId48"/>
    <p:sldLayoutId id="2147483759" r:id="rId49"/>
    <p:sldLayoutId id="2147483800" r:id="rId50"/>
    <p:sldLayoutId id="2147483801" r:id="rId51"/>
    <p:sldLayoutId id="2147483761" r:id="rId52"/>
    <p:sldLayoutId id="2147483802" r:id="rId53"/>
    <p:sldLayoutId id="2147483763" r:id="rId54"/>
    <p:sldLayoutId id="2147483803" r:id="rId55"/>
    <p:sldLayoutId id="2147483765" r:id="rId56"/>
    <p:sldLayoutId id="2147483804" r:id="rId57"/>
    <p:sldLayoutId id="2147483769" r:id="rId58"/>
    <p:sldLayoutId id="2147483805" r:id="rId59"/>
    <p:sldLayoutId id="2147483774" r:id="rId60"/>
    <p:sldLayoutId id="2147483806" r:id="rId61"/>
    <p:sldLayoutId id="2147483776" r:id="rId62"/>
    <p:sldLayoutId id="2147483777" r:id="rId63"/>
    <p:sldLayoutId id="2147483809" r:id="rId64"/>
    <p:sldLayoutId id="2147483810" r:id="rId65"/>
    <p:sldLayoutId id="2147483824" r:id="rId66"/>
    <p:sldLayoutId id="2147483778" r:id="rId67"/>
    <p:sldLayoutId id="2147483818" r:id="rId68"/>
    <p:sldLayoutId id="2147483821" r:id="rId69"/>
    <p:sldLayoutId id="2147483807" r:id="rId70"/>
    <p:sldLayoutId id="2147483819" r:id="rId71"/>
    <p:sldLayoutId id="2147483822" r:id="rId72"/>
    <p:sldLayoutId id="2147483808" r:id="rId73"/>
    <p:sldLayoutId id="2147483820" r:id="rId74"/>
    <p:sldLayoutId id="2147483831" r:id="rId75"/>
    <p:sldLayoutId id="2147483837" r:id="rId76"/>
    <p:sldLayoutId id="2147483839" r:id="rId77"/>
    <p:sldLayoutId id="2147483833" r:id="rId78"/>
    <p:sldLayoutId id="2147483835" r:id="rId79"/>
    <p:sldLayoutId id="2147483836" r:id="rId80"/>
    <p:sldLayoutId id="2147483834" r:id="rId81"/>
    <p:sldLayoutId id="2147483832" r:id="rId82"/>
    <p:sldLayoutId id="2147483838" r:id="rId83"/>
    <p:sldLayoutId id="2147483779" r:id="rId84"/>
    <p:sldLayoutId id="2147483825" r:id="rId85"/>
    <p:sldLayoutId id="2147483827" r:id="rId86"/>
    <p:sldLayoutId id="2147483828" r:id="rId87"/>
    <p:sldLayoutId id="2147483829" r:id="rId88"/>
    <p:sldLayoutId id="2147483830" r:id="rId8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0" i="0" kern="1200">
          <a:solidFill>
            <a:srgbClr val="155F82"/>
          </a:solidFill>
          <a:latin typeface="Aptos Light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680" userDrawn="1">
          <p15:clr>
            <a:srgbClr val="F26B43"/>
          </p15:clr>
        </p15:guide>
        <p15:guide id="3" pos="280" userDrawn="1">
          <p15:clr>
            <a:srgbClr val="F26B43"/>
          </p15:clr>
        </p15:guide>
        <p15:guide id="4" pos="800" userDrawn="1">
          <p15:clr>
            <a:srgbClr val="F26B43"/>
          </p15:clr>
        </p15:guide>
        <p15:guide id="5" pos="880" userDrawn="1">
          <p15:clr>
            <a:srgbClr val="F26B43"/>
          </p15:clr>
        </p15:guide>
        <p15:guide id="6" pos="1400" userDrawn="1">
          <p15:clr>
            <a:srgbClr val="F26B43"/>
          </p15:clr>
        </p15:guide>
        <p15:guide id="7" pos="1480" userDrawn="1">
          <p15:clr>
            <a:srgbClr val="F26B43"/>
          </p15:clr>
        </p15:guide>
        <p15:guide id="8" pos="2000" userDrawn="1">
          <p15:clr>
            <a:srgbClr val="F26B43"/>
          </p15:clr>
        </p15:guide>
        <p15:guide id="9" pos="2080" userDrawn="1">
          <p15:clr>
            <a:srgbClr val="F26B43"/>
          </p15:clr>
        </p15:guide>
        <p15:guide id="10" pos="2600" userDrawn="1">
          <p15:clr>
            <a:srgbClr val="F26B43"/>
          </p15:clr>
        </p15:guide>
        <p15:guide id="11" pos="2680" userDrawn="1">
          <p15:clr>
            <a:srgbClr val="F26B43"/>
          </p15:clr>
        </p15:guide>
        <p15:guide id="12" pos="3182" userDrawn="1">
          <p15:clr>
            <a:srgbClr val="F26B43"/>
          </p15:clr>
        </p15:guide>
        <p15:guide id="13" pos="3280" userDrawn="1">
          <p15:clr>
            <a:srgbClr val="F26B43"/>
          </p15:clr>
        </p15:guide>
        <p15:guide id="14" pos="3800" userDrawn="1">
          <p15:clr>
            <a:srgbClr val="F26B43"/>
          </p15:clr>
        </p15:guide>
        <p15:guide id="15" pos="3880" userDrawn="1">
          <p15:clr>
            <a:srgbClr val="F26B43"/>
          </p15:clr>
        </p15:guide>
        <p15:guide id="16" pos="4400" userDrawn="1">
          <p15:clr>
            <a:srgbClr val="F26B43"/>
          </p15:clr>
        </p15:guide>
        <p15:guide id="17" pos="4498" userDrawn="1">
          <p15:clr>
            <a:srgbClr val="F26B43"/>
          </p15:clr>
        </p15:guide>
        <p15:guide id="18" pos="5000" userDrawn="1">
          <p15:clr>
            <a:srgbClr val="F26B43"/>
          </p15:clr>
        </p15:guide>
        <p15:guide id="19" pos="5080" userDrawn="1">
          <p15:clr>
            <a:srgbClr val="F26B43"/>
          </p15:clr>
        </p15:guide>
        <p15:guide id="20" pos="5600" userDrawn="1">
          <p15:clr>
            <a:srgbClr val="F26B43"/>
          </p15:clr>
        </p15:guide>
        <p15:guide id="21" pos="5680" userDrawn="1">
          <p15:clr>
            <a:srgbClr val="F26B43"/>
          </p15:clr>
        </p15:guide>
        <p15:guide id="22" pos="6200" userDrawn="1">
          <p15:clr>
            <a:srgbClr val="F26B43"/>
          </p15:clr>
        </p15:guide>
        <p15:guide id="23" pos="6280" userDrawn="1">
          <p15:clr>
            <a:srgbClr val="F26B43"/>
          </p15:clr>
        </p15:guide>
        <p15:guide id="24" pos="6800" userDrawn="1">
          <p15:clr>
            <a:srgbClr val="F26B43"/>
          </p15:clr>
        </p15:guide>
        <p15:guide id="25" pos="6880" userDrawn="1">
          <p15:clr>
            <a:srgbClr val="F26B43"/>
          </p15:clr>
        </p15:guide>
        <p15:guide id="26" pos="7400" userDrawn="1">
          <p15:clr>
            <a:srgbClr val="F26B43"/>
          </p15:clr>
        </p15:guide>
        <p15:guide id="27" orient="horz" userDrawn="1">
          <p15:clr>
            <a:srgbClr val="F26B43"/>
          </p15:clr>
        </p15:guide>
        <p15:guide id="28" orient="horz" pos="4320" userDrawn="1">
          <p15:clr>
            <a:srgbClr val="F26B43"/>
          </p15:clr>
        </p15:guide>
        <p15:guide id="29" orient="horz" pos="280" userDrawn="1">
          <p15:clr>
            <a:srgbClr val="F26B43"/>
          </p15:clr>
        </p15:guide>
        <p15:guide id="30" orient="horz" pos="840" userDrawn="1">
          <p15:clr>
            <a:srgbClr val="F26B43"/>
          </p15:clr>
        </p15:guide>
        <p15:guide id="31" orient="horz" pos="920" userDrawn="1">
          <p15:clr>
            <a:srgbClr val="F26B43"/>
          </p15:clr>
        </p15:guide>
        <p15:guide id="32" orient="horz" pos="1480" userDrawn="1">
          <p15:clr>
            <a:srgbClr val="F26B43"/>
          </p15:clr>
        </p15:guide>
        <p15:guide id="33" orient="horz" pos="1560" userDrawn="1">
          <p15:clr>
            <a:srgbClr val="F26B43"/>
          </p15:clr>
        </p15:guide>
        <p15:guide id="34" orient="horz" pos="2120" userDrawn="1">
          <p15:clr>
            <a:srgbClr val="F26B43"/>
          </p15:clr>
        </p15:guide>
        <p15:guide id="35" orient="horz" pos="2200" userDrawn="1">
          <p15:clr>
            <a:srgbClr val="F26B43"/>
          </p15:clr>
        </p15:guide>
        <p15:guide id="36" orient="horz" pos="2760" userDrawn="1">
          <p15:clr>
            <a:srgbClr val="F26B43"/>
          </p15:clr>
        </p15:guide>
        <p15:guide id="37" orient="horz" pos="2840" userDrawn="1">
          <p15:clr>
            <a:srgbClr val="F26B43"/>
          </p15:clr>
        </p15:guide>
        <p15:guide id="40" orient="horz" pos="4042" userDrawn="1">
          <p15:clr>
            <a:srgbClr val="F26B43"/>
          </p15:clr>
        </p15:guide>
        <p15:guide id="41" orient="horz" pos="3475" userDrawn="1">
          <p15:clr>
            <a:srgbClr val="F26B43"/>
          </p15:clr>
        </p15:guide>
        <p15:guide id="42" orient="horz" pos="338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1ED6EBE-84CD-36A9-4969-329B2BE2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34998F-1446-91D8-6971-B7E9B83772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3361BF-AA35-AB5D-E7B2-DCDA027652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5757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39C663A-EF14-02C9-6A25-261A1CF8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7A26B6C-ABD0-1DB4-2602-4ACCF98327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73E5A85-128E-7FBC-DE1D-3821DEF3B8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8BBF71B-95A7-051A-C734-4B58A6C8E6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99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0791F-70B6-8CC9-0EE4-8AD162E22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361C60FF-36FA-D182-7901-D73696296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EC8D44E-48C4-BA38-334A-770CCCD1B4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03AC013-3B6F-A3A1-A565-534274278E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B8CB8EC6-7731-E12F-FA78-5C4BAFAFA85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D617464-DAB0-E230-1120-F5ABF4D2DE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6116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ED8A-539F-C2C2-81DA-884B26E7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ED8909FB-0B6B-BBD0-4BED-80FDF98F35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56449763-04F5-0EE7-3B00-01AE3B2A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4B19476E-A1DB-D2A9-FE0F-421A3E13AF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012F5D7-01E3-BDB1-3C7F-121FB639A5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E230B21-B953-0241-FD51-A8AA2DFAE8C2}"/>
              </a:ext>
            </a:extLst>
          </p:cNvPr>
          <p:cNvSpPr txBox="1"/>
          <p:nvPr/>
        </p:nvSpPr>
        <p:spPr>
          <a:xfrm>
            <a:off x="564776" y="-1519518"/>
            <a:ext cx="65" cy="12311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marL="0" indent="0" algn="l">
              <a:buNone/>
            </a:pPr>
            <a:endParaRPr lang="pt-BR" sz="800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E21B564-A6D6-C78C-B4B5-A93249656891}"/>
              </a:ext>
            </a:extLst>
          </p:cNvPr>
          <p:cNvSpPr txBox="1"/>
          <p:nvPr/>
        </p:nvSpPr>
        <p:spPr>
          <a:xfrm>
            <a:off x="3684494" y="-1008529"/>
            <a:ext cx="65" cy="123111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pPr marL="0" indent="0" algn="l">
              <a:buNone/>
            </a:pPr>
            <a:endParaRPr lang="pt-BR" sz="800" dirty="0"/>
          </a:p>
        </p:txBody>
      </p:sp>
    </p:spTree>
    <p:extLst>
      <p:ext uri="{BB962C8B-B14F-4D97-AF65-F5344CB8AC3E}">
        <p14:creationId xmlns:p14="http://schemas.microsoft.com/office/powerpoint/2010/main" val="161064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1">
            <a:extLst>
              <a:ext uri="{FF2B5EF4-FFF2-40B4-BE49-F238E27FC236}">
                <a16:creationId xmlns:a16="http://schemas.microsoft.com/office/drawing/2014/main" id="{9EE6158F-66E9-1346-8A62-BACD0BB8328F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3C589F-2BF0-C40C-2FE0-CA29137136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94553" y="1249662"/>
            <a:ext cx="2466511" cy="51764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93BC49-9197-4122-01AA-97F49CFF36BA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B9EB68-122C-07D7-C017-B2E9B8EF8D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CC97092-A897-BF2B-CD51-B70EBFC3BA8A}"/>
              </a:ext>
            </a:extLst>
          </p:cNvPr>
          <p:cNvSpPr>
            <a:spLocks noGrp="1"/>
          </p:cNvSpPr>
          <p:nvPr>
            <p:ph type="body" idx="22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00CF897-B01A-32E2-A2D2-7DE7A14D55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59253D3-7094-FDFD-65D6-C8434A598B01}"/>
              </a:ext>
            </a:extLst>
          </p:cNvPr>
          <p:cNvSpPr>
            <a:spLocks noGrp="1"/>
          </p:cNvSpPr>
          <p:nvPr>
            <p:ph type="body" idx="24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B3A6E93-C8C4-C554-8435-722ECDA42E1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F31EA04-FD4A-CCAB-3A16-E39626E73D05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CBE3F04E-E2C2-92A2-AC81-C36D8E39704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D484EBD5-C502-FFFB-4959-B1E5F3CC2F7F}"/>
              </a:ext>
            </a:extLst>
          </p:cNvPr>
          <p:cNvSpPr>
            <a:spLocks noGrp="1"/>
          </p:cNvSpPr>
          <p:nvPr>
            <p:ph type="body" idx="28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F4789E7A-2D99-137A-B842-449BD06C1C53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4C002A26-11A0-C70B-14F2-A829331D2A64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9D543239-A553-C569-EB17-B1E88DC4F0AA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</p:txBody>
      </p:sp>
      <p:sp>
        <p:nvSpPr>
          <p:cNvPr id="16" name="Espaço Reservado para Número de Slide 15">
            <a:extLst>
              <a:ext uri="{FF2B5EF4-FFF2-40B4-BE49-F238E27FC236}">
                <a16:creationId xmlns:a16="http://schemas.microsoft.com/office/drawing/2014/main" id="{F12A092D-8406-002E-E508-FB71CFC5E9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7900" y="6413500"/>
            <a:ext cx="609600" cy="322621"/>
          </a:xfrm>
        </p:spPr>
        <p:txBody>
          <a:bodyPr/>
          <a:lstStyle/>
          <a:p>
            <a:fld id="{8CC8DCA3-8B40-194C-BB18-5937E48A705C}" type="slidenum">
              <a:rPr lang="pt-BR" smtClean="0"/>
              <a:pPr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6264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CEF223-3519-58BD-FA38-E322B48DD60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7900" y="6413500"/>
            <a:ext cx="609600" cy="322621"/>
          </a:xfrm>
        </p:spPr>
        <p:txBody>
          <a:bodyPr/>
          <a:lstStyle/>
          <a:p>
            <a:fld id="{8CC8DCA3-8B40-194C-BB18-5937E48A705C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14B474BC-B57B-9959-5A69-860C7D6D1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0761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6285B7-AB1E-8C57-1919-0AC36B2BA8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>
              <a:solidFill>
                <a:srgbClr val="155F82"/>
              </a:solidFill>
            </a:endParaRP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2FA239D-829F-101C-A7CC-9341433657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6248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C855-5716-CDBD-1237-81DDD5EC5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C7F066D8-B38C-814B-C6F7-FF0EAC9BA0F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79511D-0831-A94E-C81B-6D0E029D77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E7768C4F-25AF-C408-AC13-14C69AE8B0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638979C-D807-D858-F2BE-B1352D9ECF7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022975" y="0"/>
            <a:ext cx="4761350" cy="6230863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37BAC74-33EB-3027-1B72-5C6F750A6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8</a:t>
            </a:fld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8FA3DD-8F1A-F4D1-BFC3-88F98C88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8523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4C28590-D7A5-C433-BB3C-6AFAE2CA4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9</a:t>
            </a:fld>
            <a:endParaRPr lang="pt-BR" dirty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C2C3D6-BA42-936F-8565-0C8EFAE88B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24560" y="0"/>
            <a:ext cx="6024560" cy="6236494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06A4D5E-D073-5C69-5E9E-2F4EE0E6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>
              <a:solidFill>
                <a:srgbClr val="155F8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3048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70EE-689A-E5FF-D520-88B360C1E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03BD21B7-5462-B250-77AE-0F2DFF2166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dirty="0">
              <a:latin typeface="Aptos" panose="020B0004020202020204" pitchFamily="34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064CC56A-DE24-D0B7-CDA2-0F1B6EF51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1E2897C-7752-55CF-D343-DFA7E8E1C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>
              <a:latin typeface="Aptos" panose="020B0004020202020204" pitchFamily="34" charset="0"/>
            </a:endParaRP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44A422D0-9D00-43C9-F998-756A4CD3D513}"/>
              </a:ext>
            </a:extLst>
          </p:cNvPr>
          <p:cNvSpPr/>
          <p:nvPr/>
        </p:nvSpPr>
        <p:spPr>
          <a:xfrm>
            <a:off x="6267216" y="487364"/>
            <a:ext cx="5466837" cy="5718308"/>
          </a:xfrm>
          <a:prstGeom prst="roundRect">
            <a:avLst>
              <a:gd name="adj" fmla="val 330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7A51F68-D3F2-F8E4-72A7-6FC6D508B9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501711"/>
              </p:ext>
            </p:extLst>
          </p:nvPr>
        </p:nvGraphicFramePr>
        <p:xfrm>
          <a:off x="6334355" y="549223"/>
          <a:ext cx="5322207" cy="558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069">
                  <a:extLst>
                    <a:ext uri="{9D8B030D-6E8A-4147-A177-3AD203B41FA5}">
                      <a16:colId xmlns:a16="http://schemas.microsoft.com/office/drawing/2014/main" val="3560415473"/>
                    </a:ext>
                  </a:extLst>
                </a:gridCol>
                <a:gridCol w="1774069">
                  <a:extLst>
                    <a:ext uri="{9D8B030D-6E8A-4147-A177-3AD203B41FA5}">
                      <a16:colId xmlns:a16="http://schemas.microsoft.com/office/drawing/2014/main" val="2812672171"/>
                    </a:ext>
                  </a:extLst>
                </a:gridCol>
                <a:gridCol w="1774069">
                  <a:extLst>
                    <a:ext uri="{9D8B030D-6E8A-4147-A177-3AD203B41FA5}">
                      <a16:colId xmlns:a16="http://schemas.microsoft.com/office/drawing/2014/main" val="3565245958"/>
                    </a:ext>
                  </a:extLst>
                </a:gridCol>
              </a:tblGrid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5F82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Cabeçalho</a:t>
                      </a:r>
                    </a:p>
                  </a:txBody>
                  <a:tcPr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E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5F82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Cabeçalho</a:t>
                      </a:r>
                    </a:p>
                  </a:txBody>
                  <a:tcPr marB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E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5F82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Cabeçalho</a:t>
                      </a:r>
                    </a:p>
                  </a:txBody>
                  <a:tcPr marB="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E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029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5E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5E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5E2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846496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532861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27498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070052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693116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896399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546843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159296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102872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804565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7671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8532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478673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352119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926990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38054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  <a:latin typeface="Arial" panose="020B0604020202020204"/>
                          <a:ea typeface="+mn-ea"/>
                          <a:cs typeface="+mn-cs"/>
                        </a:rPr>
                        <a:t>Texto</a:t>
                      </a:r>
                    </a:p>
                  </a:txBody>
                  <a:tcPr marL="72000" marR="72000" marT="3600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rgbClr val="A986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31159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83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68CE5-4707-6F28-2A35-54DDD5496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1C4A4B3-3A92-16DE-0E36-3DFB3BBD9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5BC875CD-4B5D-4CEF-3928-D43C4C825898}"/>
              </a:ext>
            </a:extLst>
          </p:cNvPr>
          <p:cNvSpPr/>
          <p:nvPr/>
        </p:nvSpPr>
        <p:spPr>
          <a:xfrm>
            <a:off x="6267216" y="487364"/>
            <a:ext cx="5466837" cy="5718308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F7BCB2E-7C09-BFDB-5F72-0E416FA5C8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762175"/>
              </p:ext>
            </p:extLst>
          </p:nvPr>
        </p:nvGraphicFramePr>
        <p:xfrm>
          <a:off x="6334355" y="561080"/>
          <a:ext cx="5322207" cy="558010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74069">
                  <a:extLst>
                    <a:ext uri="{9D8B030D-6E8A-4147-A177-3AD203B41FA5}">
                      <a16:colId xmlns:a16="http://schemas.microsoft.com/office/drawing/2014/main" val="3560415473"/>
                    </a:ext>
                  </a:extLst>
                </a:gridCol>
                <a:gridCol w="1774069">
                  <a:extLst>
                    <a:ext uri="{9D8B030D-6E8A-4147-A177-3AD203B41FA5}">
                      <a16:colId xmlns:a16="http://schemas.microsoft.com/office/drawing/2014/main" val="2812672171"/>
                    </a:ext>
                  </a:extLst>
                </a:gridCol>
                <a:gridCol w="1774069">
                  <a:extLst>
                    <a:ext uri="{9D8B030D-6E8A-4147-A177-3AD203B41FA5}">
                      <a16:colId xmlns:a16="http://schemas.microsoft.com/office/drawing/2014/main" val="3565245958"/>
                    </a:ext>
                  </a:extLst>
                </a:gridCol>
              </a:tblGrid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5F82"/>
                          </a:solidFill>
                          <a:effectLst/>
                          <a:uLnTx/>
                          <a:uFillTx/>
                        </a:rPr>
                        <a:t>Cabeçalho</a:t>
                      </a:r>
                      <a:endParaRPr kumimoji="0" lang="pt-B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5F82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5F82"/>
                          </a:solidFill>
                          <a:effectLst/>
                          <a:uLnTx/>
                          <a:uFillTx/>
                        </a:rPr>
                        <a:t>Cabeçalho</a:t>
                      </a:r>
                      <a:endParaRPr kumimoji="0" lang="pt-B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5F82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1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55F82"/>
                          </a:solidFill>
                          <a:effectLst/>
                          <a:uLnTx/>
                          <a:uFillTx/>
                        </a:rPr>
                        <a:t>Cabeçalho</a:t>
                      </a:r>
                      <a:endParaRPr kumimoji="0" lang="pt-BR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55F82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B="0"/>
                </a:tc>
                <a:extLst>
                  <a:ext uri="{0D108BD9-81ED-4DB2-BD59-A6C34878D82A}">
                    <a16:rowId xmlns:a16="http://schemas.microsoft.com/office/drawing/2014/main" val="836029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440846496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380532861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05427498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742070052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091693116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1383896399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1432546843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75159296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3019102872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381804565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00267671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140885327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2713478673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752352119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1374926990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1554838054"/>
                  </a:ext>
                </a:extLst>
              </a:tr>
              <a:tr h="3100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9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B3C44"/>
                          </a:solidFill>
                          <a:effectLst/>
                          <a:uLnTx/>
                          <a:uFillTx/>
                        </a:rPr>
                        <a:t>Texto</a:t>
                      </a:r>
                      <a:endParaRPr kumimoji="0" lang="pt-B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B3C44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/>
                </a:tc>
                <a:extLst>
                  <a:ext uri="{0D108BD9-81ED-4DB2-BD59-A6C34878D82A}">
                    <a16:rowId xmlns:a16="http://schemas.microsoft.com/office/drawing/2014/main" val="483115980"/>
                  </a:ext>
                </a:extLst>
              </a:tr>
            </a:tbl>
          </a:graphicData>
        </a:graphic>
      </p:graphicFrame>
      <p:sp>
        <p:nvSpPr>
          <p:cNvPr id="2" name="Espaço Reservado para Texto 6">
            <a:extLst>
              <a:ext uri="{FF2B5EF4-FFF2-40B4-BE49-F238E27FC236}">
                <a16:creationId xmlns:a16="http://schemas.microsoft.com/office/drawing/2014/main" id="{B89B3E57-08BE-AC79-E5A1-799AD03A13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1" y="4229698"/>
            <a:ext cx="5588000" cy="1653988"/>
          </a:xfrm>
        </p:spPr>
        <p:txBody>
          <a:bodyPr/>
          <a:lstStyle/>
          <a:p>
            <a:endParaRPr lang="pt-BR" dirty="0">
              <a:solidFill>
                <a:srgbClr val="155F82"/>
              </a:solidFill>
              <a:latin typeface="Aptos" panose="020B0004020202020204" pitchFamily="34" charset="0"/>
            </a:endParaRPr>
          </a:p>
        </p:txBody>
      </p:sp>
      <p:sp>
        <p:nvSpPr>
          <p:cNvPr id="4" name="Título 5">
            <a:extLst>
              <a:ext uri="{FF2B5EF4-FFF2-40B4-BE49-F238E27FC236}">
                <a16:creationId xmlns:a16="http://schemas.microsoft.com/office/drawing/2014/main" id="{FDFCE566-8A15-6532-1EEF-FF20633D4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44499"/>
            <a:ext cx="5588000" cy="3484563"/>
          </a:xfrm>
        </p:spPr>
        <p:txBody>
          <a:bodyPr/>
          <a:lstStyle/>
          <a:p>
            <a:endParaRPr lang="pt-BR" dirty="0">
              <a:solidFill>
                <a:srgbClr val="155F82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47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A630C-29FE-9303-E645-7728C4F0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38A14471-5279-7D4E-D374-210F200B205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015549" y="-1564383"/>
            <a:ext cx="3229878" cy="578957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966996D-ED89-74F2-CE95-1F60541FB9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E079105-7B90-D706-E01F-704011A34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7B64CCBD-E2F2-DEB9-67B6-17C4C4D9B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12B3FB65-39D1-1B32-B53C-3B603BE3B9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CA7537C-5644-2684-F62D-7F7275215B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95B6B4BF-4E38-D054-71B2-7EDABA72CF3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AFF5DDC2-B66F-42C0-D1DF-7C732B8F03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87BBE65-6866-4690-A96F-10CB300F2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 dirty="0"/>
          </a:p>
        </p:txBody>
      </p:sp>
      <p:sp>
        <p:nvSpPr>
          <p:cNvPr id="14" name="Espaço Reservado para Número de Slide 13">
            <a:extLst>
              <a:ext uri="{FF2B5EF4-FFF2-40B4-BE49-F238E27FC236}">
                <a16:creationId xmlns:a16="http://schemas.microsoft.com/office/drawing/2014/main" id="{67C859EA-5945-97BC-7854-294168DD5B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3266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77372-E149-2950-F6B3-58507611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3D4BD9B-2E34-4D6F-EB10-2CD6870BE4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12CEB38A-F42E-3907-258F-2364CD5D00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FFA8EC11-0EFC-BC95-83BA-EB250A8EFB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C374EC6C-606B-9D5D-3D88-C37D268EB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603CEB6F-B348-D52F-667E-52A3AE4768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99489746-E4D6-574D-4C1D-33CD7C26D0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5032EED0-2C48-213E-03E5-D22815F9497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DC49042-CB98-C8B4-4CD5-FA4460E9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 dirty="0"/>
          </a:p>
        </p:txBody>
      </p:sp>
      <p:sp>
        <p:nvSpPr>
          <p:cNvPr id="13" name="Espaço Reservado para Número de Slide 12">
            <a:extLst>
              <a:ext uri="{FF2B5EF4-FFF2-40B4-BE49-F238E27FC236}">
                <a16:creationId xmlns:a16="http://schemas.microsoft.com/office/drawing/2014/main" id="{051E3EF2-4BC9-F2C9-828F-691F35F5D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20217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07A6E-98DB-3A72-B037-117087F40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8F2E2A3B-0098-DEBA-766A-E38B4F3849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2D217A22-EE3E-2C4E-D9EF-3102560F7A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7FA55E5-94DE-45BE-EE69-483F109B43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60630" y="629112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215A5DF8-8699-6220-8227-97B8C7590A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2FAC247F-E0DA-595D-671A-C1A73CB2B6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D8E33C12-1446-B316-BC5C-3AE7F258201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2776BA1E-FAF9-8E34-B7FE-E0B67BFA764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18017" y="1948707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CC160576-A629-7701-0A41-C290FC25B1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79C2A61B-802B-156F-D91B-99CE312AA6B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223F827F-A5F8-D13B-551C-2BEEAB8A8B6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FB7C18C5-3256-6A78-75D2-9D18F74A0D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60630" y="3265778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F9679A26-49B8-12AE-2D9A-4014BACF7D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B976C920-D862-867B-1EDB-CC0E632D331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74697573-63C4-D81C-1EFD-ADFA60141D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2EF5EC8F-9207-A888-3B8D-B9C91F7DB7E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60630" y="4566072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C4C1C74B-2CD1-D503-5A6D-B8548EFC4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85462D9B-AA73-B448-99FD-809A9ECE972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07AF0797-4BDB-099A-712D-2AB61A92140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1F9E3807-03C6-BF76-AFA2-70283FAF058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6" name="Espaço Reservado para Número de Slide 25">
            <a:extLst>
              <a:ext uri="{FF2B5EF4-FFF2-40B4-BE49-F238E27FC236}">
                <a16:creationId xmlns:a16="http://schemas.microsoft.com/office/drawing/2014/main" id="{5B2A0674-93E5-7392-DBD4-707B4B457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3124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FCB5A-CEA1-61B5-81F4-592FAA3F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C2C5DE7-FD03-899B-4771-672437F756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247F1EB7-52B2-CB15-B57D-4669FF24C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60630" y="644352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6FD44A9-5198-018A-D70B-6C69FDBDE1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59757AF8-73C3-0A7B-5AF3-DEA9EB08B4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8F7CEDD9-C4E4-2B3E-D493-29B7D7B43C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157E71A8-A7DF-F702-658F-B32119CB8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118017" y="1963947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4" name="Espaço Reservado para Texto 13">
            <a:extLst>
              <a:ext uri="{FF2B5EF4-FFF2-40B4-BE49-F238E27FC236}">
                <a16:creationId xmlns:a16="http://schemas.microsoft.com/office/drawing/2014/main" id="{5BDACEAA-0BE7-4F48-0202-89CF35FD02E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C19F8062-372B-B4EF-4DB3-0C1F4A84A62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E5248EE-F8D4-4B0F-1240-34CD2E63E5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17" name="Espaço Reservado para Texto 16">
            <a:extLst>
              <a:ext uri="{FF2B5EF4-FFF2-40B4-BE49-F238E27FC236}">
                <a16:creationId xmlns:a16="http://schemas.microsoft.com/office/drawing/2014/main" id="{07838638-342E-3C09-8763-1B9AC8CF4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260630" y="3281018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18" name="Espaço Reservado para Texto 17">
            <a:extLst>
              <a:ext uri="{FF2B5EF4-FFF2-40B4-BE49-F238E27FC236}">
                <a16:creationId xmlns:a16="http://schemas.microsoft.com/office/drawing/2014/main" id="{6CD81C61-6911-BE99-3BFC-30631C99CC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FF9F8DE7-D087-4801-0253-85343DF93C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0" name="Espaço Reservado para Texto 19">
            <a:extLst>
              <a:ext uri="{FF2B5EF4-FFF2-40B4-BE49-F238E27FC236}">
                <a16:creationId xmlns:a16="http://schemas.microsoft.com/office/drawing/2014/main" id="{6E51F211-E84E-D7D2-D62C-3A05E94AA2B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92500" lnSpcReduction="10000"/>
          </a:bodyPr>
          <a:lstStyle/>
          <a:p>
            <a:endParaRPr lang="pt-BR" dirty="0"/>
          </a:p>
        </p:txBody>
      </p:sp>
      <p:sp>
        <p:nvSpPr>
          <p:cNvPr id="21" name="Espaço Reservado para Texto 20">
            <a:extLst>
              <a:ext uri="{FF2B5EF4-FFF2-40B4-BE49-F238E27FC236}">
                <a16:creationId xmlns:a16="http://schemas.microsoft.com/office/drawing/2014/main" id="{138DA949-027D-5CD8-9C36-89B77BBCD98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260630" y="4581312"/>
            <a:ext cx="1139577" cy="826275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22" name="Espaço Reservado para Texto 21">
            <a:extLst>
              <a:ext uri="{FF2B5EF4-FFF2-40B4-BE49-F238E27FC236}">
                <a16:creationId xmlns:a16="http://schemas.microsoft.com/office/drawing/2014/main" id="{AF7E2C19-F0FA-8CE7-E748-C7B1E3349E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3" name="Espaço Reservado para Texto 22">
            <a:extLst>
              <a:ext uri="{FF2B5EF4-FFF2-40B4-BE49-F238E27FC236}">
                <a16:creationId xmlns:a16="http://schemas.microsoft.com/office/drawing/2014/main" id="{B895CAE1-DD24-ABC9-C7A3-F5ECCEB74E7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2B1BDCB1-B42F-5A19-CC6A-B4DCF31DD5D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25" name="Espaço Reservado para Texto 24">
            <a:extLst>
              <a:ext uri="{FF2B5EF4-FFF2-40B4-BE49-F238E27FC236}">
                <a16:creationId xmlns:a16="http://schemas.microsoft.com/office/drawing/2014/main" id="{0E82FEC3-A1DB-AB2F-2AE3-5D279B451E3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E383FF07-C9F1-0834-342A-F44043E0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 dirty="0"/>
          </a:p>
        </p:txBody>
      </p:sp>
      <p:sp>
        <p:nvSpPr>
          <p:cNvPr id="26" name="Espaço Reservado para Número de Slide 25">
            <a:extLst>
              <a:ext uri="{FF2B5EF4-FFF2-40B4-BE49-F238E27FC236}">
                <a16:creationId xmlns:a16="http://schemas.microsoft.com/office/drawing/2014/main" id="{D8E69656-BF7D-56C3-B0D2-75486CF9F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4353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ED103-C95A-724C-7103-0BD75F6B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ADDA8C4-8955-7B7B-068A-FC6B94C7E3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53E499-7B2A-5820-E54A-12BE6CE401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B19A24-DE8B-DC2A-69DC-31363A5494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9E437A-623D-F7CA-4BEA-3588A3875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371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65884-94B0-823C-3266-7BB7BE1D0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AB3AFA-593F-E350-5949-B22BD87E32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2F993B2-AF4F-D21E-7946-BBC14F796F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FCC65A4-B00C-1198-CDAB-0F16AFE2F96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42EA9263-8D47-E3B3-F6AA-F19C20840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CC8DCA3-8B40-194C-BB18-5937E48A705C}" type="slidenum">
              <a:rPr lang="pt-BR" smtClean="0"/>
              <a:pPr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6822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78D9A-719A-F691-8CFF-489DE882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06A64D3F-E764-B018-46D5-320AF5764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699B30-CF72-A9F1-B7FE-423DBB39360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29495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9E5BB-4B12-865A-5F43-CD9EEB48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FF662445-72CD-0DB6-3D2A-D2EE21BE3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F540C5AE-E1F1-8DBD-2CCE-7F0114C062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270CB10-9847-36CA-FB79-360EDF8828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235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520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mestre">
  <a:themeElements>
    <a:clrScheme name="Cores Motiva ">
      <a:dk1>
        <a:srgbClr val="000000"/>
      </a:dk1>
      <a:lt1>
        <a:srgbClr val="FFFFFF"/>
      </a:lt1>
      <a:dk2>
        <a:srgbClr val="5E22F3"/>
      </a:dk2>
      <a:lt2>
        <a:srgbClr val="F6F4FE"/>
      </a:lt2>
      <a:accent1>
        <a:srgbClr val="5E22F3"/>
      </a:accent1>
      <a:accent2>
        <a:srgbClr val="FF682C"/>
      </a:accent2>
      <a:accent3>
        <a:srgbClr val="BA38E3"/>
      </a:accent3>
      <a:accent4>
        <a:srgbClr val="00CBE6"/>
      </a:accent4>
      <a:accent5>
        <a:srgbClr val="E2E3F2"/>
      </a:accent5>
      <a:accent6>
        <a:srgbClr val="D6D5EB"/>
      </a:accent6>
      <a:hlink>
        <a:srgbClr val="28282F"/>
      </a:hlink>
      <a:folHlink>
        <a:srgbClr val="6B6B8A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E23F3"/>
        </a:solidFill>
        <a:ln w="747" cap="flat">
          <a:solidFill>
            <a:schemeClr val="bg2"/>
          </a:solidFill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wrap="square" lIns="0" tIns="0" rIns="0" bIns="0">
        <a:spAutoFit/>
      </a:bodyPr>
      <a:lstStyle>
        <a:defPPr marL="0" indent="0" algn="l">
          <a:buNone/>
          <a:defRPr sz="800" dirty="0" smtClean="0"/>
        </a:defPPr>
      </a:lstStyle>
    </a:txDef>
  </a:objectDefaults>
  <a:extraClrSchemeLst/>
  <a:custClrLst>
    <a:custClr name="Custom Color 1">
      <a:srgbClr val="18191C"/>
    </a:custClr>
    <a:custClr name="Custom Color 2">
      <a:srgbClr val="23195C"/>
    </a:custClr>
    <a:custClr name="Custom Color 3">
      <a:srgbClr val="311280"/>
    </a:custClr>
    <a:custClr name="Custom Color 4">
      <a:srgbClr val="391694"/>
    </a:custClr>
    <a:custClr name="Custom Color 5">
      <a:srgbClr val="4811D1"/>
    </a:custClr>
    <a:custClr name="Custom Color 6">
      <a:srgbClr val="5E22F3"/>
    </a:custClr>
    <a:custClr name="Custom Color 7">
      <a:srgbClr val="8655FF"/>
    </a:custClr>
    <a:custClr name="Custom Color 8">
      <a:srgbClr val="A986FF"/>
    </a:custClr>
    <a:custClr name="Custom Color 9">
      <a:srgbClr val="CCB8FF"/>
    </a:custClr>
    <a:custClr name="Custom Color 10">
      <a:srgbClr val="EFE9FF"/>
    </a:custClr>
    <a:custClr name="Custom Color 11">
      <a:srgbClr val="551800"/>
    </a:custClr>
    <a:custClr name="Custom Color 12">
      <a:srgbClr val="772200"/>
    </a:custClr>
    <a:custClr name="Custom Color 13">
      <a:srgbClr val="992C01"/>
    </a:custClr>
    <a:custClr name="Custom Color 14">
      <a:srgbClr val="BB3E0C"/>
    </a:custClr>
    <a:custClr name="Custom Color 15">
      <a:srgbClr val="DD511A"/>
    </a:custClr>
    <a:custClr name="Custom Color 16">
      <a:srgbClr val="FF682C"/>
    </a:custClr>
    <a:custClr name="Custom Color 17">
      <a:srgbClr val="FF8A5B"/>
    </a:custClr>
    <a:custClr name="Custom Color 18">
      <a:srgbClr val="FFAC8B"/>
    </a:custClr>
    <a:custClr name="Custom Color 19">
      <a:srgbClr val="FFCEBA"/>
    </a:custClr>
    <a:custClr name="Custom Color 20">
      <a:srgbClr val="FFF0EA"/>
    </a:custClr>
    <a:custClr name="Custom Color 21">
      <a:srgbClr val="46045C"/>
    </a:custClr>
    <a:custClr name="Custom Color 22">
      <a:srgbClr val="620C7E"/>
    </a:custClr>
    <a:custClr name="Custom Color 23">
      <a:srgbClr val="7E17A0"/>
    </a:custClr>
    <a:custClr name="Custom Color 24">
      <a:srgbClr val="9C26C2"/>
    </a:custClr>
    <a:custClr name="Custom Color 25">
      <a:srgbClr val="BA39E4"/>
    </a:custClr>
    <a:custClr name="Custom Color 26">
      <a:srgbClr val="D34DFF"/>
    </a:custClr>
    <a:custClr name="Custom Color 27">
      <a:srgbClr val="DD75FF"/>
    </a:custClr>
    <a:custClr name="Custom Color 28">
      <a:srgbClr val="E79DFF"/>
    </a:custClr>
    <a:custClr name="Custom Color 29">
      <a:srgbClr val="F1C5FF"/>
    </a:custClr>
    <a:custClr name="Custom Color 30">
      <a:srgbClr val="FAEDFF"/>
    </a:custClr>
    <a:custClr name="Custom Color 31">
      <a:srgbClr val="004D5B"/>
    </a:custClr>
    <a:custClr name="Custom Color 32">
      <a:srgbClr val="056B7D"/>
    </a:custClr>
    <a:custClr name="Custom Color 33">
      <a:srgbClr val="0F899F"/>
    </a:custClr>
    <a:custClr name="Custom Color 34">
      <a:srgbClr val="1DA8C1"/>
    </a:custClr>
    <a:custClr name="Custom Color 35">
      <a:srgbClr val="2FC8E3"/>
    </a:custClr>
    <a:custClr name="Custom Color 36">
      <a:srgbClr val="43E3FF"/>
    </a:custClr>
    <a:custClr name="Custom Color 37">
      <a:srgbClr val="6DE9FF"/>
    </a:custClr>
    <a:custClr name="Custom Color 38">
      <a:srgbClr val="97EFFF"/>
    </a:custClr>
    <a:custClr name="Custom Color 39">
      <a:srgbClr val="C2F6FF"/>
    </a:custClr>
    <a:custClr name="Custom Color 40">
      <a:srgbClr val="ECFCFF"/>
    </a:custClr>
    <a:custClr name="Custom Color 41">
      <a:srgbClr val="000000"/>
    </a:custClr>
    <a:custClr name="Custom Color 42">
      <a:srgbClr val="3B3C44"/>
    </a:custClr>
    <a:custClr name="Custom Color 43">
      <a:srgbClr val="6B6B8A"/>
    </a:custClr>
    <a:custClr name="Custom Color 44">
      <a:srgbClr val="A5A5B9"/>
    </a:custClr>
    <a:custClr name="Custom Color 45">
      <a:srgbClr val="D6D5EB"/>
    </a:custClr>
    <a:custClr name="Custom Color 46">
      <a:srgbClr val="F5F5FF"/>
    </a:custClr>
    <a:custClr name="Custom Color 47">
      <a:srgbClr val="FFFFFF"/>
    </a:custClr>
    <a:custClr name="Custom Color 48">
      <a:srgbClr val="13D326"/>
    </a:custClr>
    <a:custClr name="Custom Color 49">
      <a:srgbClr val="E70852"/>
    </a:custClr>
    <a:custClr name="Custom Color 50">
      <a:srgbClr val="FFFB00"/>
    </a:custClr>
  </a:custClrLst>
  <a:extLst>
    <a:ext uri="{05A4C25C-085E-4340-85A3-A5531E510DB2}">
      <thm15:themeFamily xmlns:thm15="http://schemas.microsoft.com/office/thememl/2012/main" name="Motiva WIP" id="{D8A51D82-269D-6942-B1B1-9AE3369AA8B5}" vid="{888D06BA-A305-BC43-B197-556066119D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a3894b7-7fa2-417f-b6a5-97fa692559c9" xsi:nil="true"/>
    <lcf76f155ced4ddcb4097134ff3c332f xmlns="d0487c78-e065-47d4-86cd-9cd6a631582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0DAB5F870B8DD469FB7876849977966" ma:contentTypeVersion="14" ma:contentTypeDescription="Crie um novo documento." ma:contentTypeScope="" ma:versionID="9ecbcdae3ec3a019956ebedb8f0320b5">
  <xsd:schema xmlns:xsd="http://www.w3.org/2001/XMLSchema" xmlns:xs="http://www.w3.org/2001/XMLSchema" xmlns:p="http://schemas.microsoft.com/office/2006/metadata/properties" xmlns:ns2="d0487c78-e065-47d4-86cd-9cd6a6315823" xmlns:ns3="4a3894b7-7fa2-417f-b6a5-97fa692559c9" targetNamespace="http://schemas.microsoft.com/office/2006/metadata/properties" ma:root="true" ma:fieldsID="c73f934a1b4bdffb8277f9fc66cfe507" ns2:_="" ns3:_="">
    <xsd:import namespace="d0487c78-e065-47d4-86cd-9cd6a6315823"/>
    <xsd:import namespace="4a3894b7-7fa2-417f-b6a5-97fa692559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487c78-e065-47d4-86cd-9cd6a63158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3ed15e6d-dc85-4b59-a090-70919157f7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894b7-7fa2-417f-b6a5-97fa692559c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31b4d11-7efc-41ec-ad90-6b31f7cbfe77}" ma:internalName="TaxCatchAll" ma:showField="CatchAllData" ma:web="4a3894b7-7fa2-417f-b6a5-97fa692559c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2B1A4D-4C77-4B06-8E35-3052A4C09B74}">
  <ds:schemaRefs>
    <ds:schemaRef ds:uri="http://schemas.microsoft.com/office/2006/documentManagement/types"/>
    <ds:schemaRef ds:uri="dcfd3c05-4df8-4eb8-8505-ebb922d610e0"/>
    <ds:schemaRef ds:uri="http://purl.org/dc/dcmitype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a02b0bbf-993d-4314-a587-8f0edd67c0fc"/>
    <ds:schemaRef ds:uri="http://purl.org/dc/elements/1.1/"/>
    <ds:schemaRef ds:uri="http://purl.org/dc/terms/"/>
    <ds:schemaRef ds:uri="http://schemas.openxmlformats.org/package/2006/metadata/core-properties"/>
    <ds:schemaRef ds:uri="4a3894b7-7fa2-417f-b6a5-97fa692559c9"/>
    <ds:schemaRef ds:uri="d0487c78-e065-47d4-86cd-9cd6a6315823"/>
  </ds:schemaRefs>
</ds:datastoreItem>
</file>

<file path=customXml/itemProps2.xml><?xml version="1.0" encoding="utf-8"?>
<ds:datastoreItem xmlns:ds="http://schemas.openxmlformats.org/officeDocument/2006/customXml" ds:itemID="{9BFE9DAA-3FCA-4BB0-8ACE-261760066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487c78-e065-47d4-86cd-9cd6a6315823"/>
    <ds:schemaRef ds:uri="4a3894b7-7fa2-417f-b6a5-97fa692559c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2F03FA-336B-4036-9E4B-9CA5AE11D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3934</TotalTime>
  <Words>121</Words>
  <Application>Microsoft Office PowerPoint</Application>
  <PresentationFormat>Widescreen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5" baseType="lpstr">
      <vt:lpstr>Aptos</vt:lpstr>
      <vt:lpstr>Aptos Light</vt:lpstr>
      <vt:lpstr>Arial</vt:lpstr>
      <vt:lpstr>Wingdings</vt:lpstr>
      <vt:lpstr>tema mestre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Alex Henrique Sardela Machado</dc:creator>
  <cp:keywords/>
  <dc:description/>
  <cp:lastModifiedBy>Rafael Sena</cp:lastModifiedBy>
  <cp:revision>8</cp:revision>
  <dcterms:created xsi:type="dcterms:W3CDTF">2025-04-29T02:52:49Z</dcterms:created>
  <dcterms:modified xsi:type="dcterms:W3CDTF">2026-09-02T19:05:59Z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5910b6-60c5-46ad-bb86-335627448cd2_Enabled">
    <vt:lpwstr>true</vt:lpwstr>
  </property>
  <property fmtid="{D5CDD505-2E9C-101B-9397-08002B2CF9AE}" pid="3" name="MSIP_Label_b45910b6-60c5-46ad-bb86-335627448cd2_SetDate">
    <vt:lpwstr>2025-04-02T11:18:02Z</vt:lpwstr>
  </property>
  <property fmtid="{D5CDD505-2E9C-101B-9397-08002B2CF9AE}" pid="4" name="MSIP_Label_b45910b6-60c5-46ad-bb86-335627448cd2_Method">
    <vt:lpwstr>Privileged</vt:lpwstr>
  </property>
  <property fmtid="{D5CDD505-2E9C-101B-9397-08002B2CF9AE}" pid="5" name="MSIP_Label_b45910b6-60c5-46ad-bb86-335627448cd2_Name">
    <vt:lpwstr>INTERNA</vt:lpwstr>
  </property>
  <property fmtid="{D5CDD505-2E9C-101B-9397-08002B2CF9AE}" pid="6" name="MSIP_Label_b45910b6-60c5-46ad-bb86-335627448cd2_SiteId">
    <vt:lpwstr>d233d58a-9973-43a7-af69-6763630548a0</vt:lpwstr>
  </property>
  <property fmtid="{D5CDD505-2E9C-101B-9397-08002B2CF9AE}" pid="7" name="MSIP_Label_b45910b6-60c5-46ad-bb86-335627448cd2_ActionId">
    <vt:lpwstr>1ed06436-1626-4328-967a-ce9293596bda</vt:lpwstr>
  </property>
  <property fmtid="{D5CDD505-2E9C-101B-9397-08002B2CF9AE}" pid="8" name="MSIP_Label_b45910b6-60c5-46ad-bb86-335627448cd2_ContentBits">
    <vt:lpwstr>0</vt:lpwstr>
  </property>
  <property fmtid="{D5CDD505-2E9C-101B-9397-08002B2CF9AE}" pid="9" name="MSIP_Label_b45910b6-60c5-46ad-bb86-335627448cd2_Tag">
    <vt:lpwstr>50, 0, 1, 1</vt:lpwstr>
  </property>
  <property fmtid="{D5CDD505-2E9C-101B-9397-08002B2CF9AE}" pid="10" name="ContentTypeId">
    <vt:lpwstr>0x01010030DAB5F870B8DD469FB7876849977966</vt:lpwstr>
  </property>
  <property fmtid="{D5CDD505-2E9C-101B-9397-08002B2CF9AE}" pid="11" name="MediaServiceImageTags">
    <vt:lpwstr/>
  </property>
</Properties>
</file>